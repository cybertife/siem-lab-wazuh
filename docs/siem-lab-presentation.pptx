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1" r:id="rId5"/>
    <p:sldMasterId id="214748371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Poppins"/>
      <p:regular r:id="rId19"/>
      <p:bold r:id="rId20"/>
      <p:italic r:id="rId21"/>
      <p:boldItalic r:id="rId22"/>
    </p:embeddedFont>
    <p:embeddedFont>
      <p:font typeface="Urbanist Medium"/>
      <p:regular r:id="rId23"/>
      <p:bold r:id="rId24"/>
      <p:italic r:id="rId25"/>
      <p:boldItalic r:id="rId26"/>
    </p:embeddedFont>
    <p:embeddedFont>
      <p:font typeface="Urbanist"/>
      <p:regular r:id="rId27"/>
      <p:bold r:id="rId28"/>
      <p:italic r:id="rId29"/>
      <p:boldItalic r:id="rId30"/>
    </p:embeddedFont>
    <p:embeddedFont>
      <p:font typeface="Poppins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2E3DA6-DFA1-4F1D-8527-AA9978614AF1}">
  <a:tblStyle styleId="{B72E3DA6-DFA1-4F1D-8527-AA9978614A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SemiBold-regular.fntdata"/><Relationship Id="rId30" Type="http://schemas.openxmlformats.org/officeDocument/2006/relationships/font" Target="fonts/Urbanist-boldItalic.fntdata"/><Relationship Id="rId33" Type="http://schemas.openxmlformats.org/officeDocument/2006/relationships/font" Target="fonts/PoppinsSemiBold-italic.fntdata"/><Relationship Id="rId32" Type="http://schemas.openxmlformats.org/officeDocument/2006/relationships/font" Target="fonts/PoppinsSemiBold-bold.fntdata"/><Relationship Id="rId34" Type="http://schemas.openxmlformats.org/officeDocument/2006/relationships/font" Target="fonts/PoppinsSemiBold-boldItalic.fntdata"/><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UrbanistMedium-bold.fntdata"/><Relationship Id="rId23" Type="http://schemas.openxmlformats.org/officeDocument/2006/relationships/font" Target="fonts/UrbanistMedium-regular.fntdata"/><Relationship Id="rId26" Type="http://schemas.openxmlformats.org/officeDocument/2006/relationships/font" Target="fonts/UrbanistMedium-boldItalic.fntdata"/><Relationship Id="rId25" Type="http://schemas.openxmlformats.org/officeDocument/2006/relationships/font" Target="fonts/UrbanistMedium-italic.fntdata"/><Relationship Id="rId28" Type="http://schemas.openxmlformats.org/officeDocument/2006/relationships/font" Target="fonts/Urbanist-bold.fntdata"/><Relationship Id="rId27" Type="http://schemas.openxmlformats.org/officeDocument/2006/relationships/font" Target="fonts/Urbanist-regular.fntdata"/><Relationship Id="rId29" Type="http://schemas.openxmlformats.org/officeDocument/2006/relationships/font" Target="fonts/Urbanist-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font" Target="fonts/Poppins-regular.fntdata"/><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f612944242_0_2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f612944242_0_2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f612944242_0_4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f612944242_0_4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f612944242_0_3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f612944242_0_3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f6129442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f6129442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f612944242_0_7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f612944242_0_7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f612944242_0_7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f612944242_0_7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f612944242_0_7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f612944242_0_7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12944242_0_7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f612944242_0_7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f612944242_0_7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f612944242_0_7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f612944242_0_7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f612944242_0_7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f612944242_0_5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f612944242_0_5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53" name="Shape 53"/>
        <p:cNvGrpSpPr/>
        <p:nvPr/>
      </p:nvGrpSpPr>
      <p:grpSpPr>
        <a:xfrm>
          <a:off x="0" y="0"/>
          <a:ext cx="0" cy="0"/>
          <a:chOff x="0" y="0"/>
          <a:chExt cx="0" cy="0"/>
        </a:xfrm>
      </p:grpSpPr>
      <p:sp>
        <p:nvSpPr>
          <p:cNvPr id="54" name="Google Shape;54;p14"/>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55" name="Google Shape;55;p14"/>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6" name="Google Shape;56;p14"/>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8" name="Google Shape;58;p14"/>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9" name="Google Shape;59;p14"/>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0" name="Google Shape;60;p14"/>
          <p:cNvSpPr txBox="1"/>
          <p:nvPr>
            <p:ph idx="1" type="subTitle"/>
          </p:nvPr>
        </p:nvSpPr>
        <p:spPr>
          <a:xfrm>
            <a:off x="3236625" y="3183150"/>
            <a:ext cx="5430300" cy="63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61" name="Google Shape;61;p1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1">
    <p:spTree>
      <p:nvGrpSpPr>
        <p:cNvPr id="62" name="Shape 62"/>
        <p:cNvGrpSpPr/>
        <p:nvPr/>
      </p:nvGrpSpPr>
      <p:grpSpPr>
        <a:xfrm>
          <a:off x="0" y="0"/>
          <a:ext cx="0" cy="0"/>
          <a:chOff x="0" y="0"/>
          <a:chExt cx="0" cy="0"/>
        </a:xfrm>
      </p:grpSpPr>
      <p:sp>
        <p:nvSpPr>
          <p:cNvPr id="63" name="Google Shape;63;p1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4" name="Google Shape;64;p15"/>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5" name="Google Shape;65;p15"/>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66" name="Google Shape;66;p15"/>
          <p:cNvSpPr/>
          <p:nvPr/>
        </p:nvSpPr>
        <p:spPr>
          <a:xfrm flipH="1">
            <a:off x="284701"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 name="Google Shape;67;p15"/>
          <p:cNvSpPr/>
          <p:nvPr/>
        </p:nvSpPr>
        <p:spPr>
          <a:xfrm>
            <a:off x="927633" y="474750"/>
            <a:ext cx="14634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68" name="Google Shape;68;p15"/>
          <p:cNvSpPr/>
          <p:nvPr/>
        </p:nvSpPr>
        <p:spPr>
          <a:xfrm flipH="1">
            <a:off x="1322410"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9" name="Google Shape;69;p15"/>
          <p:cNvSpPr/>
          <p:nvPr/>
        </p:nvSpPr>
        <p:spPr>
          <a:xfrm>
            <a:off x="2309186" y="474990"/>
            <a:ext cx="13992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70" name="Google Shape;70;p15"/>
          <p:cNvSpPr/>
          <p:nvPr/>
        </p:nvSpPr>
        <p:spPr>
          <a:xfrm flipH="1">
            <a:off x="2685553"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1" name="Google Shape;71;p15"/>
          <p:cNvSpPr txBox="1"/>
          <p:nvPr>
            <p:ph type="title"/>
          </p:nvPr>
        </p:nvSpPr>
        <p:spPr>
          <a:xfrm>
            <a:off x="3708375" y="1585475"/>
            <a:ext cx="5190300" cy="2031900"/>
          </a:xfrm>
          <a:prstGeom prst="rect">
            <a:avLst/>
          </a:prstGeom>
        </p:spPr>
        <p:txBody>
          <a:bodyPr anchorCtr="0" anchor="ctr" bIns="0" lIns="0" spcFirstLastPara="1" rIns="91425" wrap="square" tIns="0">
            <a:no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72" name="Google Shape;72;p1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73" name="Shape 73"/>
        <p:cNvGrpSpPr/>
        <p:nvPr/>
      </p:nvGrpSpPr>
      <p:grpSpPr>
        <a:xfrm>
          <a:off x="0" y="0"/>
          <a:ext cx="0" cy="0"/>
          <a:chOff x="0" y="0"/>
          <a:chExt cx="0" cy="0"/>
        </a:xfrm>
      </p:grpSpPr>
      <p:sp>
        <p:nvSpPr>
          <p:cNvPr id="74" name="Google Shape;74;p1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75" name="Google Shape;75;p16"/>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6" name="Google Shape;76;p16"/>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7" name="Google Shape;77;p16"/>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78" name="Google Shape;78;p1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2">
    <p:spTree>
      <p:nvGrpSpPr>
        <p:cNvPr id="79" name="Shape 79"/>
        <p:cNvGrpSpPr/>
        <p:nvPr/>
      </p:nvGrpSpPr>
      <p:grpSpPr>
        <a:xfrm>
          <a:off x="0" y="0"/>
          <a:ext cx="0" cy="0"/>
          <a:chOff x="0" y="0"/>
          <a:chExt cx="0" cy="0"/>
        </a:xfrm>
      </p:grpSpPr>
      <p:sp>
        <p:nvSpPr>
          <p:cNvPr id="80" name="Google Shape;80;p17"/>
          <p:cNvSpPr txBox="1"/>
          <p:nvPr>
            <p:ph idx="1" type="subTitle"/>
          </p:nvPr>
        </p:nvSpPr>
        <p:spPr>
          <a:xfrm>
            <a:off x="286975" y="1143000"/>
            <a:ext cx="4429800" cy="513600"/>
          </a:xfrm>
          <a:prstGeom prst="rect">
            <a:avLst/>
          </a:prstGeom>
        </p:spPr>
        <p:txBody>
          <a:bodyPr anchorCtr="0" anchor="t" bIns="0" lIns="0" spcFirstLastPara="1" rIns="0" wrap="square" tIns="0">
            <a:normAutofit/>
          </a:bodyPr>
          <a:lstStyle>
            <a:lvl1pPr lvl="0">
              <a:spcBef>
                <a:spcPts val="0"/>
              </a:spcBef>
              <a:spcAft>
                <a:spcPts val="0"/>
              </a:spcAft>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81" name="Google Shape;81;p17"/>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82" name="Google Shape;82;p17"/>
          <p:cNvSpPr txBox="1"/>
          <p:nvPr>
            <p:ph idx="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3" name="Google Shape;83;p17"/>
          <p:cNvSpPr txBox="1"/>
          <p:nvPr>
            <p:ph idx="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4" name="Google Shape;84;p17"/>
          <p:cNvSpPr txBox="1"/>
          <p:nvPr>
            <p:ph idx="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85" name="Google Shape;85;p1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oadmap">
  <p:cSld name="BLANK_1_1_1_1_1_2_1">
    <p:spTree>
      <p:nvGrpSpPr>
        <p:cNvPr id="86" name="Shape 86"/>
        <p:cNvGrpSpPr/>
        <p:nvPr/>
      </p:nvGrpSpPr>
      <p:grpSpPr>
        <a:xfrm>
          <a:off x="0" y="0"/>
          <a:ext cx="0" cy="0"/>
          <a:chOff x="0" y="0"/>
          <a:chExt cx="0" cy="0"/>
        </a:xfrm>
      </p:grpSpPr>
      <p:sp>
        <p:nvSpPr>
          <p:cNvPr id="87" name="Google Shape;87;p18"/>
          <p:cNvSpPr txBox="1"/>
          <p:nvPr>
            <p:ph idx="1" type="subTitle"/>
          </p:nvPr>
        </p:nvSpPr>
        <p:spPr>
          <a:xfrm>
            <a:off x="271250"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p:txBody>
      </p:sp>
      <p:sp>
        <p:nvSpPr>
          <p:cNvPr id="88" name="Google Shape;88;p18"/>
          <p:cNvSpPr txBox="1"/>
          <p:nvPr>
            <p:ph idx="2" type="subTitle"/>
          </p:nvPr>
        </p:nvSpPr>
        <p:spPr>
          <a:xfrm>
            <a:off x="203059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p:txBody>
      </p:sp>
      <p:sp>
        <p:nvSpPr>
          <p:cNvPr id="89" name="Google Shape;89;p18"/>
          <p:cNvSpPr txBox="1"/>
          <p:nvPr>
            <p:ph idx="3" type="subTitle"/>
          </p:nvPr>
        </p:nvSpPr>
        <p:spPr>
          <a:xfrm>
            <a:off x="379548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p:txBody>
      </p:sp>
      <p:sp>
        <p:nvSpPr>
          <p:cNvPr id="90" name="Google Shape;90;p18"/>
          <p:cNvSpPr txBox="1"/>
          <p:nvPr>
            <p:ph idx="4" type="subTitle"/>
          </p:nvPr>
        </p:nvSpPr>
        <p:spPr>
          <a:xfrm>
            <a:off x="5556416"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91" name="Google Shape;91;p18"/>
          <p:cNvSpPr txBox="1"/>
          <p:nvPr>
            <p:ph idx="5" type="subTitle"/>
          </p:nvPr>
        </p:nvSpPr>
        <p:spPr>
          <a:xfrm>
            <a:off x="731813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p:txBody>
      </p:sp>
      <p:sp>
        <p:nvSpPr>
          <p:cNvPr id="92" name="Google Shape;92;p18"/>
          <p:cNvSpPr txBox="1"/>
          <p:nvPr>
            <p:ph idx="6" type="body"/>
          </p:nvPr>
        </p:nvSpPr>
        <p:spPr>
          <a:xfrm>
            <a:off x="271250" y="3263085"/>
            <a:ext cx="1508700" cy="827100"/>
          </a:xfrm>
          <a:prstGeom prst="rect">
            <a:avLst/>
          </a:prstGeom>
        </p:spPr>
        <p:txBody>
          <a:bodyPr anchorCtr="0" anchor="t" bIns="0" lIns="0" spcFirstLastPara="1" rIns="0"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3" name="Google Shape;93;p18"/>
          <p:cNvSpPr txBox="1"/>
          <p:nvPr>
            <p:ph idx="7" type="body"/>
          </p:nvPr>
        </p:nvSpPr>
        <p:spPr>
          <a:xfrm>
            <a:off x="2028213"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4" name="Google Shape;94;p18"/>
          <p:cNvSpPr txBox="1"/>
          <p:nvPr>
            <p:ph idx="8" type="body"/>
          </p:nvPr>
        </p:nvSpPr>
        <p:spPr>
          <a:xfrm>
            <a:off x="3785175"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5" name="Google Shape;95;p18"/>
          <p:cNvSpPr txBox="1"/>
          <p:nvPr>
            <p:ph idx="9" type="body"/>
          </p:nvPr>
        </p:nvSpPr>
        <p:spPr>
          <a:xfrm>
            <a:off x="5542138"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6" name="Google Shape;96;p18"/>
          <p:cNvSpPr txBox="1"/>
          <p:nvPr>
            <p:ph idx="13" type="body"/>
          </p:nvPr>
        </p:nvSpPr>
        <p:spPr>
          <a:xfrm>
            <a:off x="7299100"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97" name="Google Shape;97;p18"/>
          <p:cNvSpPr txBox="1"/>
          <p:nvPr>
            <p:ph idx="14" type="subTitle"/>
          </p:nvPr>
        </p:nvSpPr>
        <p:spPr>
          <a:xfrm>
            <a:off x="271250"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98" name="Google Shape;98;p18"/>
          <p:cNvSpPr txBox="1"/>
          <p:nvPr>
            <p:ph idx="15" type="subTitle"/>
          </p:nvPr>
        </p:nvSpPr>
        <p:spPr>
          <a:xfrm>
            <a:off x="2030598"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99" name="Google Shape;99;p18"/>
          <p:cNvSpPr txBox="1"/>
          <p:nvPr>
            <p:ph idx="16" type="subTitle"/>
          </p:nvPr>
        </p:nvSpPr>
        <p:spPr>
          <a:xfrm>
            <a:off x="379548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100" name="Google Shape;100;p18"/>
          <p:cNvSpPr txBox="1"/>
          <p:nvPr>
            <p:ph idx="17" type="subTitle"/>
          </p:nvPr>
        </p:nvSpPr>
        <p:spPr>
          <a:xfrm>
            <a:off x="5556416"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101" name="Google Shape;101;p18"/>
          <p:cNvSpPr txBox="1"/>
          <p:nvPr>
            <p:ph idx="18" type="subTitle"/>
          </p:nvPr>
        </p:nvSpPr>
        <p:spPr>
          <a:xfrm>
            <a:off x="731813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102" name="Google Shape;102;p18"/>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103" name="Google Shape;103;p18"/>
          <p:cNvSpPr txBox="1"/>
          <p:nvPr>
            <p:ph idx="1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4" name="Google Shape;104;p18"/>
          <p:cNvSpPr txBox="1"/>
          <p:nvPr>
            <p:ph idx="20"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5" name="Google Shape;105;p18"/>
          <p:cNvSpPr txBox="1"/>
          <p:nvPr>
            <p:ph idx="21"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06" name="Google Shape;106;p1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
    <p:spTree>
      <p:nvGrpSpPr>
        <p:cNvPr id="107" name="Shape 107"/>
        <p:cNvGrpSpPr/>
        <p:nvPr/>
      </p:nvGrpSpPr>
      <p:grpSpPr>
        <a:xfrm>
          <a:off x="0" y="0"/>
          <a:ext cx="0" cy="0"/>
          <a:chOff x="0" y="0"/>
          <a:chExt cx="0" cy="0"/>
        </a:xfrm>
      </p:grpSpPr>
      <p:sp>
        <p:nvSpPr>
          <p:cNvPr id="108" name="Google Shape;108;p19"/>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9" name="Google Shape;109;p19"/>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0" name="Google Shape;110;p19"/>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1" name="Google Shape;111;p19"/>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112" name="Google Shape;112;p19"/>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lvl1pPr lvl="0" algn="ctr">
              <a:lnSpc>
                <a:spcPct val="90000"/>
              </a:lnSpc>
              <a:spcBef>
                <a:spcPts val="0"/>
              </a:spcBef>
              <a:spcAft>
                <a:spcPts val="0"/>
              </a:spcAft>
              <a:buClr>
                <a:schemeClr val="lt1"/>
              </a:buClr>
              <a:buSzPts val="4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113" name="Google Shape;113;p1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4" name="Google Shape;114;p1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5" name="Google Shape;115;p1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16" name="Google Shape;116;p1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_1">
    <p:spTree>
      <p:nvGrpSpPr>
        <p:cNvPr id="117" name="Shape 117"/>
        <p:cNvGrpSpPr/>
        <p:nvPr/>
      </p:nvGrpSpPr>
      <p:grpSpPr>
        <a:xfrm>
          <a:off x="0" y="0"/>
          <a:ext cx="0" cy="0"/>
          <a:chOff x="0" y="0"/>
          <a:chExt cx="0" cy="0"/>
        </a:xfrm>
      </p:grpSpPr>
      <p:sp>
        <p:nvSpPr>
          <p:cNvPr id="118" name="Google Shape;118;p20"/>
          <p:cNvSpPr txBox="1"/>
          <p:nvPr>
            <p:ph idx="1" type="subTitle"/>
          </p:nvPr>
        </p:nvSpPr>
        <p:spPr>
          <a:xfrm>
            <a:off x="284700" y="2574275"/>
            <a:ext cx="4287300" cy="408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119" name="Google Shape;119;p20"/>
          <p:cNvSpPr/>
          <p:nvPr/>
        </p:nvSpPr>
        <p:spPr>
          <a:xfrm flipH="1" rot="5400000">
            <a:off x="6571675" y="2571675"/>
            <a:ext cx="5143500" cy="5143500"/>
          </a:xfrm>
          <a:prstGeom prst="pie">
            <a:avLst>
              <a:gd fmla="val 21589913"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120" name="Google Shape;120;p20"/>
          <p:cNvSpPr/>
          <p:nvPr/>
        </p:nvSpPr>
        <p:spPr>
          <a:xfrm flipH="1" rot="5400000">
            <a:off x="6571675" y="-8"/>
            <a:ext cx="5143500" cy="5143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121" name="Google Shape;121;p20"/>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122" name="Google Shape;122;p2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2">
    <p:spTree>
      <p:nvGrpSpPr>
        <p:cNvPr id="123" name="Shape 123"/>
        <p:cNvGrpSpPr/>
        <p:nvPr/>
      </p:nvGrpSpPr>
      <p:grpSpPr>
        <a:xfrm>
          <a:off x="0" y="0"/>
          <a:ext cx="0" cy="0"/>
          <a:chOff x="0" y="0"/>
          <a:chExt cx="0" cy="0"/>
        </a:xfrm>
      </p:grpSpPr>
      <p:sp>
        <p:nvSpPr>
          <p:cNvPr id="124" name="Google Shape;124;p21"/>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5" name="Google Shape;125;p21"/>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6" name="Google Shape;126;p21"/>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7" name="Google Shape;127;p21"/>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8" name="Google Shape;128;p21"/>
          <p:cNvSpPr txBox="1"/>
          <p:nvPr>
            <p:ph type="title"/>
          </p:nvPr>
        </p:nvSpPr>
        <p:spPr>
          <a:xfrm>
            <a:off x="308784" y="1188147"/>
            <a:ext cx="7206000" cy="666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29" name="Google Shape;129;p21"/>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0" name="Google Shape;130;p21"/>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1" name="Google Shape;131;p21"/>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2" name="Google Shape;132;p21"/>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33" name="Google Shape;133;p2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
  <p:cSld name="BLANK_1_1_1_1_1_1_1_1_1_1_1_2">
    <p:spTree>
      <p:nvGrpSpPr>
        <p:cNvPr id="134" name="Shape 134"/>
        <p:cNvGrpSpPr/>
        <p:nvPr/>
      </p:nvGrpSpPr>
      <p:grpSpPr>
        <a:xfrm>
          <a:off x="0" y="0"/>
          <a:ext cx="0" cy="0"/>
          <a:chOff x="0" y="0"/>
          <a:chExt cx="0" cy="0"/>
        </a:xfrm>
      </p:grpSpPr>
      <p:sp>
        <p:nvSpPr>
          <p:cNvPr id="135" name="Google Shape;135;p2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6" name="Google Shape;136;p22"/>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7" name="Google Shape;137;p22"/>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8" name="Google Shape;138;p22"/>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22"/>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40" name="Google Shape;140;p22"/>
          <p:cNvSpPr/>
          <p:nvPr>
            <p:ph idx="4" type="pic"/>
          </p:nvPr>
        </p:nvSpPr>
        <p:spPr>
          <a:xfrm>
            <a:off x="6364300" y="0"/>
            <a:ext cx="2779500" cy="3813600"/>
          </a:xfrm>
          <a:prstGeom prst="round2DiagRect">
            <a:avLst>
              <a:gd fmla="val 50000" name="adj1"/>
              <a:gd fmla="val 0" name="adj2"/>
            </a:avLst>
          </a:prstGeom>
          <a:noFill/>
          <a:ln>
            <a:noFill/>
          </a:ln>
        </p:spPr>
      </p:sp>
      <p:sp>
        <p:nvSpPr>
          <p:cNvPr id="141" name="Google Shape;141;p2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2" name="Google Shape;142;p2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43" name="Google Shape;143;p2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144" name="Shape 144"/>
        <p:cNvGrpSpPr/>
        <p:nvPr/>
      </p:nvGrpSpPr>
      <p:grpSpPr>
        <a:xfrm>
          <a:off x="0" y="0"/>
          <a:ext cx="0" cy="0"/>
          <a:chOff x="0" y="0"/>
          <a:chExt cx="0" cy="0"/>
        </a:xfrm>
      </p:grpSpPr>
      <p:sp>
        <p:nvSpPr>
          <p:cNvPr id="145" name="Google Shape;145;p23"/>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6" name="Google Shape;146;p23"/>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7" name="Google Shape;147;p23"/>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8" name="Google Shape;148;p23"/>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49" name="Google Shape;149;p23"/>
          <p:cNvSpPr/>
          <p:nvPr>
            <p:ph idx="2" type="pic"/>
          </p:nvPr>
        </p:nvSpPr>
        <p:spPr>
          <a:xfrm>
            <a:off x="6335600" y="1231675"/>
            <a:ext cx="2808600" cy="2498700"/>
          </a:xfrm>
          <a:prstGeom prst="round1Rect">
            <a:avLst>
              <a:gd fmla="val 50000" name="adj"/>
            </a:avLst>
          </a:prstGeom>
          <a:noFill/>
          <a:ln>
            <a:noFill/>
          </a:ln>
        </p:spPr>
      </p:sp>
      <p:sp>
        <p:nvSpPr>
          <p:cNvPr id="150" name="Google Shape;150;p2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51" name="Google Shape;151;p23"/>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52" name="Google Shape;152;p23"/>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53" name="Google Shape;153;p23"/>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54" name="Google Shape;154;p23"/>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55" name="Google Shape;155;p2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3">
  <p:cSld name="BLANK_1_1_1_1_1_1_1_1_1_1_1_2_1_1">
    <p:spTree>
      <p:nvGrpSpPr>
        <p:cNvPr id="156" name="Shape 156"/>
        <p:cNvGrpSpPr/>
        <p:nvPr/>
      </p:nvGrpSpPr>
      <p:grpSpPr>
        <a:xfrm>
          <a:off x="0" y="0"/>
          <a:ext cx="0" cy="0"/>
          <a:chOff x="0" y="0"/>
          <a:chExt cx="0" cy="0"/>
        </a:xfrm>
      </p:grpSpPr>
      <p:sp>
        <p:nvSpPr>
          <p:cNvPr id="157" name="Google Shape;157;p24"/>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58" name="Google Shape;158;p24"/>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159" name="Google Shape;159;p24"/>
          <p:cNvGrpSpPr/>
          <p:nvPr/>
        </p:nvGrpSpPr>
        <p:grpSpPr>
          <a:xfrm>
            <a:off x="6324521" y="8900"/>
            <a:ext cx="2848500" cy="6539200"/>
            <a:chOff x="6324521" y="8900"/>
            <a:chExt cx="2848500" cy="6539200"/>
          </a:xfrm>
        </p:grpSpPr>
        <p:sp>
          <p:nvSpPr>
            <p:cNvPr id="160" name="Google Shape;160;p24"/>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1" name="Google Shape;161;p24"/>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2" name="Google Shape;162;p24"/>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63" name="Google Shape;163;p24"/>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64" name="Google Shape;164;p24"/>
          <p:cNvSpPr/>
          <p:nvPr>
            <p:ph idx="4" type="pic"/>
          </p:nvPr>
        </p:nvSpPr>
        <p:spPr>
          <a:xfrm rot="10800000">
            <a:off x="6324525" y="0"/>
            <a:ext cx="2819400" cy="3715800"/>
          </a:xfrm>
          <a:prstGeom prst="round2SameRect">
            <a:avLst>
              <a:gd fmla="val 50000" name="adj1"/>
              <a:gd fmla="val 0" name="adj2"/>
            </a:avLst>
          </a:prstGeom>
          <a:noFill/>
          <a:ln>
            <a:noFill/>
          </a:ln>
        </p:spPr>
      </p:sp>
      <p:sp>
        <p:nvSpPr>
          <p:cNvPr id="165" name="Google Shape;165;p2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66" name="Google Shape;166;p24"/>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67" name="Google Shape;167;p2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4">
  <p:cSld name="BLANK_1_1_1_1_1_1_1_1_1_1_1_2_1_1_1">
    <p:spTree>
      <p:nvGrpSpPr>
        <p:cNvPr id="168" name="Shape 168"/>
        <p:cNvGrpSpPr/>
        <p:nvPr/>
      </p:nvGrpSpPr>
      <p:grpSpPr>
        <a:xfrm>
          <a:off x="0" y="0"/>
          <a:ext cx="0" cy="0"/>
          <a:chOff x="0" y="0"/>
          <a:chExt cx="0" cy="0"/>
        </a:xfrm>
      </p:grpSpPr>
      <p:sp>
        <p:nvSpPr>
          <p:cNvPr id="169" name="Google Shape;169;p25"/>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0" name="Google Shape;170;p25"/>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25"/>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72" name="Google Shape;172;p25"/>
          <p:cNvSpPr/>
          <p:nvPr>
            <p:ph idx="2" type="pic"/>
          </p:nvPr>
        </p:nvSpPr>
        <p:spPr>
          <a:xfrm>
            <a:off x="6355775" y="1418625"/>
            <a:ext cx="2788200" cy="3725100"/>
          </a:xfrm>
          <a:prstGeom prst="round2DiagRect">
            <a:avLst>
              <a:gd fmla="val 50000" name="adj1"/>
              <a:gd fmla="val 0" name="adj2"/>
            </a:avLst>
          </a:prstGeom>
          <a:noFill/>
          <a:ln>
            <a:noFill/>
          </a:ln>
        </p:spPr>
      </p:sp>
      <p:sp>
        <p:nvSpPr>
          <p:cNvPr id="173" name="Google Shape;173;p25"/>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4" name="Google Shape;174;p25"/>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75" name="Google Shape;175;p25"/>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6" name="Google Shape;176;p25"/>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7" name="Google Shape;177;p25"/>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78" name="Google Shape;178;p2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5">
  <p:cSld name="CUSTOM_7">
    <p:spTree>
      <p:nvGrpSpPr>
        <p:cNvPr id="179" name="Shape 179"/>
        <p:cNvGrpSpPr/>
        <p:nvPr/>
      </p:nvGrpSpPr>
      <p:grpSpPr>
        <a:xfrm>
          <a:off x="0" y="0"/>
          <a:ext cx="0" cy="0"/>
          <a:chOff x="0" y="0"/>
          <a:chExt cx="0" cy="0"/>
        </a:xfrm>
      </p:grpSpPr>
      <p:sp>
        <p:nvSpPr>
          <p:cNvPr id="180" name="Google Shape;180;p26"/>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81" name="Google Shape;181;p26"/>
          <p:cNvSpPr/>
          <p:nvPr/>
        </p:nvSpPr>
        <p:spPr>
          <a:xfrm flipH="1" rot="10800000">
            <a:off x="7069375" y="3760875"/>
            <a:ext cx="13596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26"/>
          <p:cNvSpPr/>
          <p:nvPr/>
        </p:nvSpPr>
        <p:spPr>
          <a:xfrm flipH="1" rot="10800000">
            <a:off x="7760700" y="3760875"/>
            <a:ext cx="13722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3" name="Google Shape;183;p26"/>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4" name="Google Shape;184;p26"/>
          <p:cNvSpPr/>
          <p:nvPr>
            <p:ph idx="2" type="pic"/>
          </p:nvPr>
        </p:nvSpPr>
        <p:spPr>
          <a:xfrm rot="10800000">
            <a:off x="6364225" y="0"/>
            <a:ext cx="2784600" cy="3775800"/>
          </a:xfrm>
          <a:prstGeom prst="round1Rect">
            <a:avLst>
              <a:gd fmla="val 50000" name="adj"/>
            </a:avLst>
          </a:prstGeom>
          <a:noFill/>
          <a:ln>
            <a:noFill/>
          </a:ln>
        </p:spPr>
      </p:sp>
      <p:sp>
        <p:nvSpPr>
          <p:cNvPr id="185" name="Google Shape;185;p26"/>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6" name="Google Shape;186;p26"/>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87" name="Google Shape;187;p26"/>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8" name="Google Shape;188;p26"/>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9" name="Google Shape;189;p2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6">
  <p:cSld name="CUSTOM_8">
    <p:spTree>
      <p:nvGrpSpPr>
        <p:cNvPr id="190" name="Shape 190"/>
        <p:cNvGrpSpPr/>
        <p:nvPr/>
      </p:nvGrpSpPr>
      <p:grpSpPr>
        <a:xfrm>
          <a:off x="0" y="0"/>
          <a:ext cx="0" cy="0"/>
          <a:chOff x="0" y="0"/>
          <a:chExt cx="0" cy="0"/>
        </a:xfrm>
      </p:grpSpPr>
      <p:sp>
        <p:nvSpPr>
          <p:cNvPr id="191" name="Google Shape;191;p2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2" name="Google Shape;192;p2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3" name="Google Shape;193;p27"/>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4" name="Google Shape;194;p27"/>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5" name="Google Shape;195;p27"/>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96" name="Google Shape;196;p27"/>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7" name="Google Shape;197;p27"/>
          <p:cNvSpPr txBox="1"/>
          <p:nvPr>
            <p:ph idx="4"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98" name="Google Shape;198;p27"/>
          <p:cNvSpPr/>
          <p:nvPr/>
        </p:nvSpPr>
        <p:spPr>
          <a:xfrm>
            <a:off x="6375075" y="10125"/>
            <a:ext cx="2757600" cy="37944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27"/>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00" name="Google Shape;200;p2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7">
  <p:cSld name="CUSTOM_8_1">
    <p:spTree>
      <p:nvGrpSpPr>
        <p:cNvPr id="201" name="Shape 201"/>
        <p:cNvGrpSpPr/>
        <p:nvPr/>
      </p:nvGrpSpPr>
      <p:grpSpPr>
        <a:xfrm>
          <a:off x="0" y="0"/>
          <a:ext cx="0" cy="0"/>
          <a:chOff x="0" y="0"/>
          <a:chExt cx="0" cy="0"/>
        </a:xfrm>
      </p:grpSpPr>
      <p:sp>
        <p:nvSpPr>
          <p:cNvPr id="202" name="Google Shape;202;p28"/>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3" name="Google Shape;203;p28"/>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8"/>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5" name="Google Shape;205;p28"/>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06" name="Google Shape;206;p2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207" name="Google Shape;207;p28"/>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08" name="Google Shape;208;p28"/>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09" name="Google Shape;209;p28"/>
          <p:cNvSpPr txBox="1"/>
          <p:nvPr>
            <p:ph idx="4"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0" name="Google Shape;210;p28"/>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1" name="Google Shape;211;p28"/>
          <p:cNvSpPr/>
          <p:nvPr/>
        </p:nvSpPr>
        <p:spPr>
          <a:xfrm>
            <a:off x="6345359" y="1240774"/>
            <a:ext cx="2801400" cy="2479800"/>
          </a:xfrm>
          <a:prstGeom prst="round1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2" name="Google Shape;212;p2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8">
  <p:cSld name="CUSTOM_8_1_1">
    <p:spTree>
      <p:nvGrpSpPr>
        <p:cNvPr id="213" name="Shape 213"/>
        <p:cNvGrpSpPr/>
        <p:nvPr/>
      </p:nvGrpSpPr>
      <p:grpSpPr>
        <a:xfrm>
          <a:off x="0" y="0"/>
          <a:ext cx="0" cy="0"/>
          <a:chOff x="0" y="0"/>
          <a:chExt cx="0" cy="0"/>
        </a:xfrm>
      </p:grpSpPr>
      <p:sp>
        <p:nvSpPr>
          <p:cNvPr id="214" name="Google Shape;214;p2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5" name="Google Shape;215;p2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6" name="Google Shape;216;p2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grpSp>
        <p:nvGrpSpPr>
          <p:cNvPr id="217" name="Google Shape;217;p29"/>
          <p:cNvGrpSpPr/>
          <p:nvPr/>
        </p:nvGrpSpPr>
        <p:grpSpPr>
          <a:xfrm>
            <a:off x="6324521" y="8900"/>
            <a:ext cx="2848500" cy="6539200"/>
            <a:chOff x="6324521" y="8900"/>
            <a:chExt cx="2848500" cy="6539200"/>
          </a:xfrm>
        </p:grpSpPr>
        <p:sp>
          <p:nvSpPr>
            <p:cNvPr id="218" name="Google Shape;218;p29"/>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9" name="Google Shape;219;p29"/>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0" name="Google Shape;220;p29"/>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221" name="Google Shape;221;p29"/>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22" name="Google Shape;222;p29"/>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223" name="Google Shape;223;p29"/>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24" name="Google Shape;224;p2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9">
  <p:cSld name="CUSTOM_8_1_1_1">
    <p:spTree>
      <p:nvGrpSpPr>
        <p:cNvPr id="225" name="Shape 225"/>
        <p:cNvGrpSpPr/>
        <p:nvPr/>
      </p:nvGrpSpPr>
      <p:grpSpPr>
        <a:xfrm>
          <a:off x="0" y="0"/>
          <a:ext cx="0" cy="0"/>
          <a:chOff x="0" y="0"/>
          <a:chExt cx="0" cy="0"/>
        </a:xfrm>
      </p:grpSpPr>
      <p:sp>
        <p:nvSpPr>
          <p:cNvPr id="226" name="Google Shape;226;p3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7" name="Google Shape;227;p3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8" name="Google Shape;228;p30"/>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29" name="Google Shape;229;p30"/>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0" name="Google Shape;230;p30"/>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1" name="Google Shape;231;p30"/>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32" name="Google Shape;232;p30"/>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33" name="Google Shape;233;p30"/>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34" name="Google Shape;234;p30"/>
          <p:cNvSpPr/>
          <p:nvPr/>
        </p:nvSpPr>
        <p:spPr>
          <a:xfrm>
            <a:off x="6366275" y="1427825"/>
            <a:ext cx="2768100" cy="3705300"/>
          </a:xfrm>
          <a:prstGeom prst="round2Diag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5" name="Google Shape;235;p3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0">
  <p:cSld name="CUSTOM_8_1_1_1_1">
    <p:spTree>
      <p:nvGrpSpPr>
        <p:cNvPr id="236" name="Shape 236"/>
        <p:cNvGrpSpPr/>
        <p:nvPr/>
      </p:nvGrpSpPr>
      <p:grpSpPr>
        <a:xfrm>
          <a:off x="0" y="0"/>
          <a:ext cx="0" cy="0"/>
          <a:chOff x="0" y="0"/>
          <a:chExt cx="0" cy="0"/>
        </a:xfrm>
      </p:grpSpPr>
      <p:sp>
        <p:nvSpPr>
          <p:cNvPr id="237" name="Google Shape;237;p31"/>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38" name="Google Shape;238;p31"/>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39" name="Google Shape;239;p31"/>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40" name="Google Shape;240;p31"/>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241" name="Google Shape;241;p31"/>
          <p:cNvSpPr/>
          <p:nvPr/>
        </p:nvSpPr>
        <p:spPr>
          <a:xfrm flipH="1" rot="10800000">
            <a:off x="7069375" y="3773775"/>
            <a:ext cx="13596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2" name="Google Shape;242;p31"/>
          <p:cNvSpPr/>
          <p:nvPr/>
        </p:nvSpPr>
        <p:spPr>
          <a:xfrm flipH="1" rot="10800000">
            <a:off x="7760700" y="3773775"/>
            <a:ext cx="13722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31"/>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4" name="Google Shape;244;p3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5" name="Google Shape;245;p31"/>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46" name="Google Shape;246;p31"/>
          <p:cNvSpPr/>
          <p:nvPr/>
        </p:nvSpPr>
        <p:spPr>
          <a:xfrm rot="10800000">
            <a:off x="6377600" y="8800"/>
            <a:ext cx="2758800" cy="3754200"/>
          </a:xfrm>
          <a:prstGeom prst="round1Rect">
            <a:avLst>
              <a:gd fmla="val 50000"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7" name="Google Shape;247;p3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1">
    <p:spTree>
      <p:nvGrpSpPr>
        <p:cNvPr id="248" name="Shape 248"/>
        <p:cNvGrpSpPr/>
        <p:nvPr/>
      </p:nvGrpSpPr>
      <p:grpSpPr>
        <a:xfrm>
          <a:off x="0" y="0"/>
          <a:ext cx="0" cy="0"/>
          <a:chOff x="0" y="0"/>
          <a:chExt cx="0" cy="0"/>
        </a:xfrm>
      </p:grpSpPr>
      <p:sp>
        <p:nvSpPr>
          <p:cNvPr id="249" name="Google Shape;249;p32"/>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0" name="Google Shape;250;p32"/>
          <p:cNvSpPr/>
          <p:nvPr/>
        </p:nvSpPr>
        <p:spPr>
          <a:xfrm flipH="1">
            <a:off x="1350000" y="2442900"/>
            <a:ext cx="2849100" cy="2700600"/>
          </a:xfrm>
          <a:prstGeom prst="pie">
            <a:avLst>
              <a:gd fmla="val 2158647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1" name="Google Shape;251;p32"/>
          <p:cNvSpPr/>
          <p:nvPr/>
        </p:nvSpPr>
        <p:spPr>
          <a:xfrm flipH="1" rot="5400000">
            <a:off x="-6000" y="3795800"/>
            <a:ext cx="2712600" cy="2700600"/>
          </a:xfrm>
          <a:prstGeom prst="pie">
            <a:avLst>
              <a:gd fmla="val 25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2" name="Google Shape;252;p32"/>
          <p:cNvSpPr/>
          <p:nvPr/>
        </p:nvSpPr>
        <p:spPr>
          <a:xfrm flipH="1" rot="5400000">
            <a:off x="-125" y="2402250"/>
            <a:ext cx="2775600" cy="2775600"/>
          </a:xfrm>
          <a:prstGeom prst="pie">
            <a:avLst>
              <a:gd fmla="val 16192689"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3" name="Google Shape;253;p32"/>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4" name="Google Shape;254;p32"/>
          <p:cNvSpPr txBox="1"/>
          <p:nvPr>
            <p:ph idx="3" type="subTitle"/>
          </p:nvPr>
        </p:nvSpPr>
        <p:spPr>
          <a:xfrm>
            <a:off x="3389025"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5" name="Google Shape;255;p32"/>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6" name="Google Shape;256;p32"/>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7" name="Google Shape;257;p32"/>
          <p:cNvSpPr txBox="1"/>
          <p:nvPr>
            <p:ph idx="6" type="subTitle"/>
          </p:nvPr>
        </p:nvSpPr>
        <p:spPr>
          <a:xfrm>
            <a:off x="6335550"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58" name="Google Shape;258;p32"/>
          <p:cNvSpPr txBox="1"/>
          <p:nvPr>
            <p:ph type="title"/>
          </p:nvPr>
        </p:nvSpPr>
        <p:spPr>
          <a:xfrm>
            <a:off x="284700" y="286200"/>
            <a:ext cx="2860800" cy="1732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59" name="Google Shape;259;p32"/>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0" name="Google Shape;260;p32"/>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1" name="Google Shape;261;p32"/>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62" name="Google Shape;262;p3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1_2">
    <p:spTree>
      <p:nvGrpSpPr>
        <p:cNvPr id="263" name="Shape 263"/>
        <p:cNvGrpSpPr/>
        <p:nvPr/>
      </p:nvGrpSpPr>
      <p:grpSpPr>
        <a:xfrm>
          <a:off x="0" y="0"/>
          <a:ext cx="0" cy="0"/>
          <a:chOff x="0" y="0"/>
          <a:chExt cx="0" cy="0"/>
        </a:xfrm>
      </p:grpSpPr>
      <p:sp>
        <p:nvSpPr>
          <p:cNvPr id="264" name="Google Shape;264;p33"/>
          <p:cNvSpPr/>
          <p:nvPr/>
        </p:nvSpPr>
        <p:spPr>
          <a:xfrm rot="-5400000">
            <a:off x="-2575150" y="-150"/>
            <a:ext cx="5143800" cy="5143500"/>
          </a:xfrm>
          <a:prstGeom prst="pie">
            <a:avLst>
              <a:gd fmla="val 374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33"/>
          <p:cNvSpPr/>
          <p:nvPr/>
        </p:nvSpPr>
        <p:spPr>
          <a:xfrm rot="5400000">
            <a:off x="-3261" y="1"/>
            <a:ext cx="5143500" cy="5143500"/>
          </a:xfrm>
          <a:prstGeom prst="pie">
            <a:avLst>
              <a:gd fmla="val 0"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33"/>
          <p:cNvSpPr txBox="1"/>
          <p:nvPr>
            <p:ph idx="1" type="subTitle"/>
          </p:nvPr>
        </p:nvSpPr>
        <p:spPr>
          <a:xfrm>
            <a:off x="3236625"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67" name="Google Shape;267;p33"/>
          <p:cNvSpPr txBox="1"/>
          <p:nvPr>
            <p:ph idx="2" type="subTitle"/>
          </p:nvPr>
        </p:nvSpPr>
        <p:spPr>
          <a:xfrm>
            <a:off x="3236625"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68" name="Google Shape;268;p33"/>
          <p:cNvSpPr txBox="1"/>
          <p:nvPr>
            <p:ph idx="3" type="subTitle"/>
          </p:nvPr>
        </p:nvSpPr>
        <p:spPr>
          <a:xfrm>
            <a:off x="3236625"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69" name="Google Shape;269;p33"/>
          <p:cNvSpPr txBox="1"/>
          <p:nvPr>
            <p:ph idx="4" type="subTitle"/>
          </p:nvPr>
        </p:nvSpPr>
        <p:spPr>
          <a:xfrm>
            <a:off x="6183150"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70" name="Google Shape;270;p33"/>
          <p:cNvSpPr txBox="1"/>
          <p:nvPr>
            <p:ph idx="5" type="subTitle"/>
          </p:nvPr>
        </p:nvSpPr>
        <p:spPr>
          <a:xfrm>
            <a:off x="6183150"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71" name="Google Shape;271;p33"/>
          <p:cNvSpPr txBox="1"/>
          <p:nvPr>
            <p:ph idx="6" type="subTitle"/>
          </p:nvPr>
        </p:nvSpPr>
        <p:spPr>
          <a:xfrm>
            <a:off x="6183150"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72" name="Google Shape;272;p33"/>
          <p:cNvSpPr txBox="1"/>
          <p:nvPr>
            <p:ph type="title"/>
          </p:nvPr>
        </p:nvSpPr>
        <p:spPr>
          <a:xfrm>
            <a:off x="3235425" y="474750"/>
            <a:ext cx="2860800" cy="1315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73" name="Google Shape;273;p33"/>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74" name="Google Shape;274;p33"/>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75" name="Google Shape;275;p3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276" name="Shape 276"/>
        <p:cNvGrpSpPr/>
        <p:nvPr/>
      </p:nvGrpSpPr>
      <p:grpSpPr>
        <a:xfrm>
          <a:off x="0" y="0"/>
          <a:ext cx="0" cy="0"/>
          <a:chOff x="0" y="0"/>
          <a:chExt cx="0" cy="0"/>
        </a:xfrm>
      </p:grpSpPr>
      <p:sp>
        <p:nvSpPr>
          <p:cNvPr id="277" name="Google Shape;277;p34"/>
          <p:cNvSpPr txBox="1"/>
          <p:nvPr>
            <p:ph idx="1" type="subTitle"/>
          </p:nvPr>
        </p:nvSpPr>
        <p:spPr>
          <a:xfrm>
            <a:off x="5537976" y="1421821"/>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78" name="Google Shape;278;p34"/>
          <p:cNvSpPr txBox="1"/>
          <p:nvPr>
            <p:ph idx="2" type="subTitle"/>
          </p:nvPr>
        </p:nvSpPr>
        <p:spPr>
          <a:xfrm>
            <a:off x="5537976" y="1658233"/>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79" name="Google Shape;279;p34"/>
          <p:cNvSpPr txBox="1"/>
          <p:nvPr>
            <p:ph idx="3" type="subTitle"/>
          </p:nvPr>
        </p:nvSpPr>
        <p:spPr>
          <a:xfrm>
            <a:off x="5537976" y="2185603"/>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80" name="Google Shape;280;p34"/>
          <p:cNvSpPr txBox="1"/>
          <p:nvPr>
            <p:ph idx="4" type="subTitle"/>
          </p:nvPr>
        </p:nvSpPr>
        <p:spPr>
          <a:xfrm>
            <a:off x="5537976" y="2421696"/>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81" name="Google Shape;281;p34"/>
          <p:cNvSpPr txBox="1"/>
          <p:nvPr>
            <p:ph idx="5" type="subTitle"/>
          </p:nvPr>
        </p:nvSpPr>
        <p:spPr>
          <a:xfrm>
            <a:off x="5537976" y="2954416"/>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82" name="Google Shape;282;p34"/>
          <p:cNvSpPr txBox="1"/>
          <p:nvPr>
            <p:ph idx="6" type="subTitle"/>
          </p:nvPr>
        </p:nvSpPr>
        <p:spPr>
          <a:xfrm>
            <a:off x="5537976" y="3190509"/>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83" name="Google Shape;283;p34"/>
          <p:cNvSpPr txBox="1"/>
          <p:nvPr>
            <p:ph idx="7" type="subTitle"/>
          </p:nvPr>
        </p:nvSpPr>
        <p:spPr>
          <a:xfrm>
            <a:off x="5537976" y="3717879"/>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84" name="Google Shape;284;p34"/>
          <p:cNvSpPr txBox="1"/>
          <p:nvPr>
            <p:ph idx="8" type="subTitle"/>
          </p:nvPr>
        </p:nvSpPr>
        <p:spPr>
          <a:xfrm>
            <a:off x="5537976" y="3953971"/>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85" name="Google Shape;285;p34"/>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86" name="Google Shape;286;p34"/>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87" name="Google Shape;287;p34"/>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34"/>
          <p:cNvSpPr txBox="1"/>
          <p:nvPr>
            <p:ph type="title"/>
          </p:nvPr>
        </p:nvSpPr>
        <p:spPr>
          <a:xfrm>
            <a:off x="1582800" y="1485525"/>
            <a:ext cx="29892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289" name="Google Shape;289;p34"/>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0" name="Google Shape;290;p34"/>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1" name="Google Shape;291;p34"/>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92" name="Google Shape;292;p3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_4">
    <p:spTree>
      <p:nvGrpSpPr>
        <p:cNvPr id="293" name="Shape 293"/>
        <p:cNvGrpSpPr/>
        <p:nvPr/>
      </p:nvGrpSpPr>
      <p:grpSpPr>
        <a:xfrm>
          <a:off x="0" y="0"/>
          <a:ext cx="0" cy="0"/>
          <a:chOff x="0" y="0"/>
          <a:chExt cx="0" cy="0"/>
        </a:xfrm>
      </p:grpSpPr>
      <p:sp>
        <p:nvSpPr>
          <p:cNvPr id="294" name="Google Shape;294;p35"/>
          <p:cNvSpPr/>
          <p:nvPr>
            <p:ph idx="2" type="pic"/>
          </p:nvPr>
        </p:nvSpPr>
        <p:spPr>
          <a:xfrm>
            <a:off x="4162550" y="816050"/>
            <a:ext cx="1444500" cy="1444500"/>
          </a:xfrm>
          <a:prstGeom prst="round2DiagRect">
            <a:avLst>
              <a:gd fmla="val 0" name="adj1"/>
              <a:gd fmla="val 0" name="adj2"/>
            </a:avLst>
          </a:prstGeom>
          <a:noFill/>
          <a:ln>
            <a:noFill/>
          </a:ln>
        </p:spPr>
      </p:sp>
      <p:sp>
        <p:nvSpPr>
          <p:cNvPr id="295" name="Google Shape;295;p35"/>
          <p:cNvSpPr/>
          <p:nvPr>
            <p:ph idx="3" type="pic"/>
          </p:nvPr>
        </p:nvSpPr>
        <p:spPr>
          <a:xfrm>
            <a:off x="5788675" y="816050"/>
            <a:ext cx="1444500" cy="1444500"/>
          </a:xfrm>
          <a:prstGeom prst="ellipse">
            <a:avLst/>
          </a:prstGeom>
          <a:noFill/>
          <a:ln>
            <a:noFill/>
          </a:ln>
        </p:spPr>
      </p:sp>
      <p:sp>
        <p:nvSpPr>
          <p:cNvPr id="296" name="Google Shape;296;p35"/>
          <p:cNvSpPr/>
          <p:nvPr>
            <p:ph idx="4" type="pic"/>
          </p:nvPr>
        </p:nvSpPr>
        <p:spPr>
          <a:xfrm>
            <a:off x="7414800" y="816050"/>
            <a:ext cx="1444500" cy="1444500"/>
          </a:xfrm>
          <a:prstGeom prst="round1Rect">
            <a:avLst>
              <a:gd fmla="val 30895" name="adj"/>
            </a:avLst>
          </a:prstGeom>
          <a:noFill/>
          <a:ln>
            <a:noFill/>
          </a:ln>
        </p:spPr>
      </p:sp>
      <p:sp>
        <p:nvSpPr>
          <p:cNvPr id="297" name="Google Shape;297;p35"/>
          <p:cNvSpPr/>
          <p:nvPr>
            <p:ph idx="5" type="pic"/>
          </p:nvPr>
        </p:nvSpPr>
        <p:spPr>
          <a:xfrm>
            <a:off x="2536475" y="2897400"/>
            <a:ext cx="1444500" cy="1444500"/>
          </a:xfrm>
          <a:prstGeom prst="round2DiagRect">
            <a:avLst>
              <a:gd fmla="val 0" name="adj1"/>
              <a:gd fmla="val 0" name="adj2"/>
            </a:avLst>
          </a:prstGeom>
          <a:noFill/>
          <a:ln>
            <a:noFill/>
          </a:ln>
        </p:spPr>
      </p:sp>
      <p:sp>
        <p:nvSpPr>
          <p:cNvPr id="298" name="Google Shape;298;p35"/>
          <p:cNvSpPr/>
          <p:nvPr>
            <p:ph idx="6" type="pic"/>
          </p:nvPr>
        </p:nvSpPr>
        <p:spPr>
          <a:xfrm>
            <a:off x="4162600" y="2897400"/>
            <a:ext cx="1444500" cy="1444500"/>
          </a:xfrm>
          <a:prstGeom prst="ellipse">
            <a:avLst/>
          </a:prstGeom>
          <a:noFill/>
          <a:ln>
            <a:noFill/>
          </a:ln>
        </p:spPr>
      </p:sp>
      <p:sp>
        <p:nvSpPr>
          <p:cNvPr id="299" name="Google Shape;299;p35"/>
          <p:cNvSpPr/>
          <p:nvPr>
            <p:ph idx="7" type="pic"/>
          </p:nvPr>
        </p:nvSpPr>
        <p:spPr>
          <a:xfrm>
            <a:off x="5788725" y="2897400"/>
            <a:ext cx="1444500" cy="1444500"/>
          </a:xfrm>
          <a:prstGeom prst="round1Rect">
            <a:avLst>
              <a:gd fmla="val 30895" name="adj"/>
            </a:avLst>
          </a:prstGeom>
          <a:noFill/>
          <a:ln>
            <a:noFill/>
          </a:ln>
        </p:spPr>
      </p:sp>
      <p:sp>
        <p:nvSpPr>
          <p:cNvPr id="300" name="Google Shape;300;p35"/>
          <p:cNvSpPr txBox="1"/>
          <p:nvPr>
            <p:ph idx="1" type="subTitle"/>
          </p:nvPr>
        </p:nvSpPr>
        <p:spPr>
          <a:xfrm>
            <a:off x="416275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1" name="Google Shape;301;p35"/>
          <p:cNvSpPr txBox="1"/>
          <p:nvPr>
            <p:ph idx="8" type="subTitle"/>
          </p:nvPr>
        </p:nvSpPr>
        <p:spPr>
          <a:xfrm>
            <a:off x="416275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2" name="Google Shape;302;p35"/>
          <p:cNvSpPr txBox="1"/>
          <p:nvPr>
            <p:ph idx="9" type="subTitle"/>
          </p:nvPr>
        </p:nvSpPr>
        <p:spPr>
          <a:xfrm>
            <a:off x="25366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3" name="Google Shape;303;p35"/>
          <p:cNvSpPr txBox="1"/>
          <p:nvPr>
            <p:ph idx="13" type="subTitle"/>
          </p:nvPr>
        </p:nvSpPr>
        <p:spPr>
          <a:xfrm>
            <a:off x="25366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4" name="Google Shape;304;p35"/>
          <p:cNvSpPr txBox="1"/>
          <p:nvPr>
            <p:ph idx="14" type="subTitle"/>
          </p:nvPr>
        </p:nvSpPr>
        <p:spPr>
          <a:xfrm>
            <a:off x="5788775"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5" name="Google Shape;305;p35"/>
          <p:cNvSpPr txBox="1"/>
          <p:nvPr>
            <p:ph idx="15" type="subTitle"/>
          </p:nvPr>
        </p:nvSpPr>
        <p:spPr>
          <a:xfrm>
            <a:off x="5788775"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6" name="Google Shape;306;p35"/>
          <p:cNvSpPr txBox="1"/>
          <p:nvPr>
            <p:ph idx="16" type="subTitle"/>
          </p:nvPr>
        </p:nvSpPr>
        <p:spPr>
          <a:xfrm>
            <a:off x="741480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7" name="Google Shape;307;p35"/>
          <p:cNvSpPr txBox="1"/>
          <p:nvPr>
            <p:ph idx="17" type="subTitle"/>
          </p:nvPr>
        </p:nvSpPr>
        <p:spPr>
          <a:xfrm>
            <a:off x="741480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08" name="Google Shape;308;p35"/>
          <p:cNvSpPr txBox="1"/>
          <p:nvPr>
            <p:ph idx="18" type="subTitle"/>
          </p:nvPr>
        </p:nvSpPr>
        <p:spPr>
          <a:xfrm>
            <a:off x="416267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09" name="Google Shape;309;p35"/>
          <p:cNvSpPr txBox="1"/>
          <p:nvPr>
            <p:ph idx="19" type="subTitle"/>
          </p:nvPr>
        </p:nvSpPr>
        <p:spPr>
          <a:xfrm>
            <a:off x="416267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10" name="Google Shape;310;p35"/>
          <p:cNvSpPr txBox="1"/>
          <p:nvPr>
            <p:ph idx="20" type="subTitle"/>
          </p:nvPr>
        </p:nvSpPr>
        <p:spPr>
          <a:xfrm>
            <a:off x="57887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11" name="Google Shape;311;p35"/>
          <p:cNvSpPr txBox="1"/>
          <p:nvPr>
            <p:ph idx="21" type="subTitle"/>
          </p:nvPr>
        </p:nvSpPr>
        <p:spPr>
          <a:xfrm>
            <a:off x="57887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12" name="Google Shape;312;p35"/>
          <p:cNvSpPr txBox="1"/>
          <p:nvPr>
            <p:ph type="title"/>
          </p:nvPr>
        </p:nvSpPr>
        <p:spPr>
          <a:xfrm>
            <a:off x="284700" y="573428"/>
            <a:ext cx="3877800" cy="19023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40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p:txBody>
      </p:sp>
      <p:sp>
        <p:nvSpPr>
          <p:cNvPr id="313" name="Google Shape;313;p35"/>
          <p:cNvSpPr txBox="1"/>
          <p:nvPr>
            <p:ph idx="2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4" name="Google Shape;314;p35"/>
          <p:cNvSpPr txBox="1"/>
          <p:nvPr>
            <p:ph idx="2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5"/>
          <p:cNvSpPr txBox="1"/>
          <p:nvPr>
            <p:ph idx="2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16" name="Google Shape;316;p3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4_1">
    <p:spTree>
      <p:nvGrpSpPr>
        <p:cNvPr id="317" name="Shape 317"/>
        <p:cNvGrpSpPr/>
        <p:nvPr/>
      </p:nvGrpSpPr>
      <p:grpSpPr>
        <a:xfrm>
          <a:off x="0" y="0"/>
          <a:ext cx="0" cy="0"/>
          <a:chOff x="0" y="0"/>
          <a:chExt cx="0" cy="0"/>
        </a:xfrm>
      </p:grpSpPr>
      <p:sp>
        <p:nvSpPr>
          <p:cNvPr id="318" name="Google Shape;318;p36"/>
          <p:cNvSpPr/>
          <p:nvPr>
            <p:ph idx="2" type="pic"/>
          </p:nvPr>
        </p:nvSpPr>
        <p:spPr>
          <a:xfrm>
            <a:off x="284700" y="1523850"/>
            <a:ext cx="1514700" cy="1312800"/>
          </a:xfrm>
          <a:prstGeom prst="round1Rect">
            <a:avLst>
              <a:gd fmla="val 39781" name="adj"/>
            </a:avLst>
          </a:prstGeom>
          <a:noFill/>
          <a:ln>
            <a:noFill/>
          </a:ln>
        </p:spPr>
      </p:sp>
      <p:sp>
        <p:nvSpPr>
          <p:cNvPr id="319" name="Google Shape;319;p36"/>
          <p:cNvSpPr/>
          <p:nvPr>
            <p:ph idx="3" type="pic"/>
          </p:nvPr>
        </p:nvSpPr>
        <p:spPr>
          <a:xfrm>
            <a:off x="2163625" y="1523850"/>
            <a:ext cx="1514700" cy="1312800"/>
          </a:xfrm>
          <a:prstGeom prst="round1Rect">
            <a:avLst>
              <a:gd fmla="val 39781" name="adj"/>
            </a:avLst>
          </a:prstGeom>
          <a:noFill/>
          <a:ln>
            <a:noFill/>
          </a:ln>
        </p:spPr>
      </p:sp>
      <p:sp>
        <p:nvSpPr>
          <p:cNvPr id="320" name="Google Shape;320;p36"/>
          <p:cNvSpPr/>
          <p:nvPr>
            <p:ph idx="4" type="pic"/>
          </p:nvPr>
        </p:nvSpPr>
        <p:spPr>
          <a:xfrm>
            <a:off x="4087000" y="1523850"/>
            <a:ext cx="1514700" cy="1312800"/>
          </a:xfrm>
          <a:prstGeom prst="round1Rect">
            <a:avLst>
              <a:gd fmla="val 39781" name="adj"/>
            </a:avLst>
          </a:prstGeom>
          <a:noFill/>
          <a:ln>
            <a:noFill/>
          </a:ln>
        </p:spPr>
      </p:sp>
      <p:sp>
        <p:nvSpPr>
          <p:cNvPr id="321" name="Google Shape;321;p36"/>
          <p:cNvSpPr/>
          <p:nvPr>
            <p:ph idx="5" type="pic"/>
          </p:nvPr>
        </p:nvSpPr>
        <p:spPr>
          <a:xfrm>
            <a:off x="5960425" y="1523850"/>
            <a:ext cx="1514700" cy="1312800"/>
          </a:xfrm>
          <a:prstGeom prst="round1Rect">
            <a:avLst>
              <a:gd fmla="val 39781" name="adj"/>
            </a:avLst>
          </a:prstGeom>
          <a:noFill/>
          <a:ln>
            <a:noFill/>
          </a:ln>
        </p:spPr>
      </p:sp>
      <p:sp>
        <p:nvSpPr>
          <p:cNvPr id="322" name="Google Shape;322;p36"/>
          <p:cNvSpPr txBox="1"/>
          <p:nvPr>
            <p:ph idx="1" type="subTitle"/>
          </p:nvPr>
        </p:nvSpPr>
        <p:spPr>
          <a:xfrm>
            <a:off x="2834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3" name="Google Shape;323;p36"/>
          <p:cNvSpPr txBox="1"/>
          <p:nvPr>
            <p:ph idx="6" type="subTitle"/>
          </p:nvPr>
        </p:nvSpPr>
        <p:spPr>
          <a:xfrm>
            <a:off x="21629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4" name="Google Shape;324;p36"/>
          <p:cNvSpPr txBox="1"/>
          <p:nvPr>
            <p:ph idx="7" type="subTitle"/>
          </p:nvPr>
        </p:nvSpPr>
        <p:spPr>
          <a:xfrm>
            <a:off x="40863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5" name="Google Shape;325;p36"/>
          <p:cNvSpPr txBox="1"/>
          <p:nvPr>
            <p:ph idx="8" type="subTitle"/>
          </p:nvPr>
        </p:nvSpPr>
        <p:spPr>
          <a:xfrm>
            <a:off x="59604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326" name="Google Shape;326;p36"/>
          <p:cNvSpPr txBox="1"/>
          <p:nvPr>
            <p:ph idx="9" type="body"/>
          </p:nvPr>
        </p:nvSpPr>
        <p:spPr>
          <a:xfrm>
            <a:off x="28535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27" name="Google Shape;327;p36"/>
          <p:cNvSpPr txBox="1"/>
          <p:nvPr>
            <p:ph idx="13" type="body"/>
          </p:nvPr>
        </p:nvSpPr>
        <p:spPr>
          <a:xfrm>
            <a:off x="216297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28" name="Google Shape;328;p36"/>
          <p:cNvSpPr txBox="1"/>
          <p:nvPr>
            <p:ph idx="14" type="body"/>
          </p:nvPr>
        </p:nvSpPr>
        <p:spPr>
          <a:xfrm>
            <a:off x="408700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29" name="Google Shape;329;p36"/>
          <p:cNvSpPr txBox="1"/>
          <p:nvPr>
            <p:ph idx="15" type="body"/>
          </p:nvPr>
        </p:nvSpPr>
        <p:spPr>
          <a:xfrm>
            <a:off x="596042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330" name="Google Shape;330;p36"/>
          <p:cNvSpPr txBox="1"/>
          <p:nvPr>
            <p:ph idx="16" type="subTitle"/>
          </p:nvPr>
        </p:nvSpPr>
        <p:spPr>
          <a:xfrm>
            <a:off x="2834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1" name="Google Shape;331;p36"/>
          <p:cNvSpPr txBox="1"/>
          <p:nvPr>
            <p:ph idx="17" type="subTitle"/>
          </p:nvPr>
        </p:nvSpPr>
        <p:spPr>
          <a:xfrm>
            <a:off x="21629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2" name="Google Shape;332;p36"/>
          <p:cNvSpPr txBox="1"/>
          <p:nvPr>
            <p:ph idx="18" type="subTitle"/>
          </p:nvPr>
        </p:nvSpPr>
        <p:spPr>
          <a:xfrm>
            <a:off x="40863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3" name="Google Shape;333;p36"/>
          <p:cNvSpPr txBox="1"/>
          <p:nvPr>
            <p:ph idx="19" type="subTitle"/>
          </p:nvPr>
        </p:nvSpPr>
        <p:spPr>
          <a:xfrm>
            <a:off x="59604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334" name="Google Shape;334;p3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35" name="Google Shape;335;p36"/>
          <p:cNvSpPr txBox="1"/>
          <p:nvPr>
            <p:ph idx="20"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6" name="Google Shape;336;p36"/>
          <p:cNvSpPr txBox="1"/>
          <p:nvPr>
            <p:ph idx="21"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7" name="Google Shape;337;p36"/>
          <p:cNvSpPr txBox="1"/>
          <p:nvPr>
            <p:ph idx="22"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38" name="Google Shape;338;p3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p:cSld name="CUSTOM_5">
    <p:spTree>
      <p:nvGrpSpPr>
        <p:cNvPr id="339" name="Shape 339"/>
        <p:cNvGrpSpPr/>
        <p:nvPr/>
      </p:nvGrpSpPr>
      <p:grpSpPr>
        <a:xfrm>
          <a:off x="0" y="0"/>
          <a:ext cx="0" cy="0"/>
          <a:chOff x="0" y="0"/>
          <a:chExt cx="0" cy="0"/>
        </a:xfrm>
      </p:grpSpPr>
      <p:sp>
        <p:nvSpPr>
          <p:cNvPr id="340" name="Google Shape;340;p37"/>
          <p:cNvSpPr/>
          <p:nvPr>
            <p:ph idx="2" type="pic"/>
          </p:nvPr>
        </p:nvSpPr>
        <p:spPr>
          <a:xfrm>
            <a:off x="469875" y="1995075"/>
            <a:ext cx="418800" cy="418800"/>
          </a:xfrm>
          <a:prstGeom prst="ellipse">
            <a:avLst/>
          </a:prstGeom>
          <a:noFill/>
          <a:ln>
            <a:noFill/>
          </a:ln>
        </p:spPr>
      </p:sp>
      <p:sp>
        <p:nvSpPr>
          <p:cNvPr id="341" name="Google Shape;341;p37"/>
          <p:cNvSpPr/>
          <p:nvPr>
            <p:ph idx="3" type="pic"/>
          </p:nvPr>
        </p:nvSpPr>
        <p:spPr>
          <a:xfrm>
            <a:off x="888450" y="1995075"/>
            <a:ext cx="418800" cy="418800"/>
          </a:xfrm>
          <a:prstGeom prst="ellipse">
            <a:avLst/>
          </a:prstGeom>
          <a:noFill/>
          <a:ln>
            <a:noFill/>
          </a:ln>
        </p:spPr>
      </p:sp>
      <p:sp>
        <p:nvSpPr>
          <p:cNvPr id="342" name="Google Shape;342;p37"/>
          <p:cNvSpPr/>
          <p:nvPr>
            <p:ph idx="4" type="pic"/>
          </p:nvPr>
        </p:nvSpPr>
        <p:spPr>
          <a:xfrm>
            <a:off x="1307025" y="1995075"/>
            <a:ext cx="418800" cy="418800"/>
          </a:xfrm>
          <a:prstGeom prst="ellipse">
            <a:avLst/>
          </a:prstGeom>
          <a:noFill/>
          <a:ln>
            <a:noFill/>
          </a:ln>
        </p:spPr>
      </p:sp>
      <p:sp>
        <p:nvSpPr>
          <p:cNvPr id="343" name="Google Shape;343;p37"/>
          <p:cNvSpPr/>
          <p:nvPr>
            <p:ph idx="5" type="pic"/>
          </p:nvPr>
        </p:nvSpPr>
        <p:spPr>
          <a:xfrm>
            <a:off x="469875" y="2413650"/>
            <a:ext cx="418800" cy="418800"/>
          </a:xfrm>
          <a:prstGeom prst="ellipse">
            <a:avLst/>
          </a:prstGeom>
          <a:noFill/>
          <a:ln>
            <a:noFill/>
          </a:ln>
        </p:spPr>
      </p:sp>
      <p:sp>
        <p:nvSpPr>
          <p:cNvPr id="344" name="Google Shape;344;p37"/>
          <p:cNvSpPr/>
          <p:nvPr>
            <p:ph idx="6" type="pic"/>
          </p:nvPr>
        </p:nvSpPr>
        <p:spPr>
          <a:xfrm>
            <a:off x="888450" y="2413650"/>
            <a:ext cx="418800" cy="418800"/>
          </a:xfrm>
          <a:prstGeom prst="ellipse">
            <a:avLst/>
          </a:prstGeom>
          <a:noFill/>
          <a:ln>
            <a:noFill/>
          </a:ln>
        </p:spPr>
      </p:sp>
      <p:sp>
        <p:nvSpPr>
          <p:cNvPr id="345" name="Google Shape;345;p37"/>
          <p:cNvSpPr/>
          <p:nvPr>
            <p:ph idx="7" type="pic"/>
          </p:nvPr>
        </p:nvSpPr>
        <p:spPr>
          <a:xfrm>
            <a:off x="1307025" y="2413650"/>
            <a:ext cx="418800" cy="418800"/>
          </a:xfrm>
          <a:prstGeom prst="ellipse">
            <a:avLst/>
          </a:prstGeom>
          <a:noFill/>
          <a:ln>
            <a:noFill/>
          </a:ln>
        </p:spPr>
      </p:sp>
      <p:sp>
        <p:nvSpPr>
          <p:cNvPr id="346" name="Google Shape;346;p37"/>
          <p:cNvSpPr/>
          <p:nvPr>
            <p:ph idx="8" type="pic"/>
          </p:nvPr>
        </p:nvSpPr>
        <p:spPr>
          <a:xfrm>
            <a:off x="3330700" y="1995075"/>
            <a:ext cx="418800" cy="418800"/>
          </a:xfrm>
          <a:prstGeom prst="ellipse">
            <a:avLst/>
          </a:prstGeom>
          <a:noFill/>
          <a:ln>
            <a:noFill/>
          </a:ln>
        </p:spPr>
      </p:sp>
      <p:sp>
        <p:nvSpPr>
          <p:cNvPr id="347" name="Google Shape;347;p37"/>
          <p:cNvSpPr/>
          <p:nvPr>
            <p:ph idx="9" type="pic"/>
          </p:nvPr>
        </p:nvSpPr>
        <p:spPr>
          <a:xfrm>
            <a:off x="3749275" y="1995075"/>
            <a:ext cx="418800" cy="418800"/>
          </a:xfrm>
          <a:prstGeom prst="ellipse">
            <a:avLst/>
          </a:prstGeom>
          <a:noFill/>
          <a:ln>
            <a:noFill/>
          </a:ln>
        </p:spPr>
      </p:sp>
      <p:sp>
        <p:nvSpPr>
          <p:cNvPr id="348" name="Google Shape;348;p37"/>
          <p:cNvSpPr/>
          <p:nvPr>
            <p:ph idx="13" type="pic"/>
          </p:nvPr>
        </p:nvSpPr>
        <p:spPr>
          <a:xfrm>
            <a:off x="4167850" y="1995075"/>
            <a:ext cx="418800" cy="418800"/>
          </a:xfrm>
          <a:prstGeom prst="ellipse">
            <a:avLst/>
          </a:prstGeom>
          <a:noFill/>
          <a:ln>
            <a:noFill/>
          </a:ln>
        </p:spPr>
      </p:sp>
      <p:sp>
        <p:nvSpPr>
          <p:cNvPr id="349" name="Google Shape;349;p37"/>
          <p:cNvSpPr/>
          <p:nvPr>
            <p:ph idx="14" type="pic"/>
          </p:nvPr>
        </p:nvSpPr>
        <p:spPr>
          <a:xfrm>
            <a:off x="3330700" y="2413650"/>
            <a:ext cx="418800" cy="418800"/>
          </a:xfrm>
          <a:prstGeom prst="ellipse">
            <a:avLst/>
          </a:prstGeom>
          <a:noFill/>
          <a:ln>
            <a:noFill/>
          </a:ln>
        </p:spPr>
      </p:sp>
      <p:sp>
        <p:nvSpPr>
          <p:cNvPr id="350" name="Google Shape;350;p37"/>
          <p:cNvSpPr/>
          <p:nvPr>
            <p:ph idx="15" type="pic"/>
          </p:nvPr>
        </p:nvSpPr>
        <p:spPr>
          <a:xfrm>
            <a:off x="3749275" y="2413650"/>
            <a:ext cx="418800" cy="418800"/>
          </a:xfrm>
          <a:prstGeom prst="ellipse">
            <a:avLst/>
          </a:prstGeom>
          <a:noFill/>
          <a:ln>
            <a:noFill/>
          </a:ln>
        </p:spPr>
      </p:sp>
      <p:sp>
        <p:nvSpPr>
          <p:cNvPr id="351" name="Google Shape;351;p37"/>
          <p:cNvSpPr/>
          <p:nvPr>
            <p:ph idx="16" type="pic"/>
          </p:nvPr>
        </p:nvSpPr>
        <p:spPr>
          <a:xfrm>
            <a:off x="4167850" y="2413650"/>
            <a:ext cx="418800" cy="418800"/>
          </a:xfrm>
          <a:prstGeom prst="ellipse">
            <a:avLst/>
          </a:prstGeom>
          <a:noFill/>
          <a:ln>
            <a:noFill/>
          </a:ln>
        </p:spPr>
      </p:sp>
      <p:sp>
        <p:nvSpPr>
          <p:cNvPr id="352" name="Google Shape;352;p37"/>
          <p:cNvSpPr/>
          <p:nvPr>
            <p:ph idx="17" type="pic"/>
          </p:nvPr>
        </p:nvSpPr>
        <p:spPr>
          <a:xfrm>
            <a:off x="469875" y="3832025"/>
            <a:ext cx="418800" cy="418800"/>
          </a:xfrm>
          <a:prstGeom prst="ellipse">
            <a:avLst/>
          </a:prstGeom>
          <a:noFill/>
          <a:ln>
            <a:noFill/>
          </a:ln>
        </p:spPr>
      </p:sp>
      <p:sp>
        <p:nvSpPr>
          <p:cNvPr id="353" name="Google Shape;353;p37"/>
          <p:cNvSpPr/>
          <p:nvPr>
            <p:ph idx="18" type="pic"/>
          </p:nvPr>
        </p:nvSpPr>
        <p:spPr>
          <a:xfrm>
            <a:off x="888450" y="3832025"/>
            <a:ext cx="418800" cy="418800"/>
          </a:xfrm>
          <a:prstGeom prst="ellipse">
            <a:avLst/>
          </a:prstGeom>
          <a:noFill/>
          <a:ln>
            <a:noFill/>
          </a:ln>
        </p:spPr>
      </p:sp>
      <p:sp>
        <p:nvSpPr>
          <p:cNvPr id="354" name="Google Shape;354;p37"/>
          <p:cNvSpPr/>
          <p:nvPr>
            <p:ph idx="19" type="pic"/>
          </p:nvPr>
        </p:nvSpPr>
        <p:spPr>
          <a:xfrm>
            <a:off x="1307025" y="3832025"/>
            <a:ext cx="418800" cy="418800"/>
          </a:xfrm>
          <a:prstGeom prst="ellipse">
            <a:avLst/>
          </a:prstGeom>
          <a:noFill/>
          <a:ln>
            <a:noFill/>
          </a:ln>
        </p:spPr>
      </p:sp>
      <p:sp>
        <p:nvSpPr>
          <p:cNvPr id="355" name="Google Shape;355;p37"/>
          <p:cNvSpPr/>
          <p:nvPr>
            <p:ph idx="20" type="pic"/>
          </p:nvPr>
        </p:nvSpPr>
        <p:spPr>
          <a:xfrm>
            <a:off x="469875" y="4250600"/>
            <a:ext cx="418800" cy="418800"/>
          </a:xfrm>
          <a:prstGeom prst="ellipse">
            <a:avLst/>
          </a:prstGeom>
          <a:noFill/>
          <a:ln>
            <a:noFill/>
          </a:ln>
        </p:spPr>
      </p:sp>
      <p:sp>
        <p:nvSpPr>
          <p:cNvPr id="356" name="Google Shape;356;p37"/>
          <p:cNvSpPr/>
          <p:nvPr>
            <p:ph idx="21" type="pic"/>
          </p:nvPr>
        </p:nvSpPr>
        <p:spPr>
          <a:xfrm>
            <a:off x="888450" y="4250600"/>
            <a:ext cx="418800" cy="418800"/>
          </a:xfrm>
          <a:prstGeom prst="ellipse">
            <a:avLst/>
          </a:prstGeom>
          <a:noFill/>
          <a:ln>
            <a:noFill/>
          </a:ln>
        </p:spPr>
      </p:sp>
      <p:sp>
        <p:nvSpPr>
          <p:cNvPr id="357" name="Google Shape;357;p37"/>
          <p:cNvSpPr/>
          <p:nvPr>
            <p:ph idx="22" type="pic"/>
          </p:nvPr>
        </p:nvSpPr>
        <p:spPr>
          <a:xfrm>
            <a:off x="1307025" y="4250600"/>
            <a:ext cx="418800" cy="418800"/>
          </a:xfrm>
          <a:prstGeom prst="ellipse">
            <a:avLst/>
          </a:prstGeom>
          <a:noFill/>
          <a:ln>
            <a:noFill/>
          </a:ln>
        </p:spPr>
      </p:sp>
      <p:sp>
        <p:nvSpPr>
          <p:cNvPr id="358" name="Google Shape;358;p37"/>
          <p:cNvSpPr/>
          <p:nvPr>
            <p:ph idx="23" type="pic"/>
          </p:nvPr>
        </p:nvSpPr>
        <p:spPr>
          <a:xfrm>
            <a:off x="3330700" y="3832025"/>
            <a:ext cx="418800" cy="418800"/>
          </a:xfrm>
          <a:prstGeom prst="ellipse">
            <a:avLst/>
          </a:prstGeom>
          <a:noFill/>
          <a:ln>
            <a:noFill/>
          </a:ln>
        </p:spPr>
      </p:sp>
      <p:sp>
        <p:nvSpPr>
          <p:cNvPr id="359" name="Google Shape;359;p37"/>
          <p:cNvSpPr/>
          <p:nvPr>
            <p:ph idx="24" type="pic"/>
          </p:nvPr>
        </p:nvSpPr>
        <p:spPr>
          <a:xfrm>
            <a:off x="3749275" y="3832025"/>
            <a:ext cx="418800" cy="418800"/>
          </a:xfrm>
          <a:prstGeom prst="ellipse">
            <a:avLst/>
          </a:prstGeom>
          <a:noFill/>
          <a:ln>
            <a:noFill/>
          </a:ln>
        </p:spPr>
      </p:sp>
      <p:sp>
        <p:nvSpPr>
          <p:cNvPr id="360" name="Google Shape;360;p37"/>
          <p:cNvSpPr/>
          <p:nvPr>
            <p:ph idx="25" type="pic"/>
          </p:nvPr>
        </p:nvSpPr>
        <p:spPr>
          <a:xfrm>
            <a:off x="4167850" y="3832025"/>
            <a:ext cx="418800" cy="418800"/>
          </a:xfrm>
          <a:prstGeom prst="ellipse">
            <a:avLst/>
          </a:prstGeom>
          <a:noFill/>
          <a:ln>
            <a:noFill/>
          </a:ln>
        </p:spPr>
      </p:sp>
      <p:sp>
        <p:nvSpPr>
          <p:cNvPr id="361" name="Google Shape;361;p37"/>
          <p:cNvSpPr/>
          <p:nvPr>
            <p:ph idx="26" type="pic"/>
          </p:nvPr>
        </p:nvSpPr>
        <p:spPr>
          <a:xfrm>
            <a:off x="3330700" y="4250600"/>
            <a:ext cx="418800" cy="418800"/>
          </a:xfrm>
          <a:prstGeom prst="ellipse">
            <a:avLst/>
          </a:prstGeom>
          <a:noFill/>
          <a:ln>
            <a:noFill/>
          </a:ln>
        </p:spPr>
      </p:sp>
      <p:sp>
        <p:nvSpPr>
          <p:cNvPr id="362" name="Google Shape;362;p37"/>
          <p:cNvSpPr/>
          <p:nvPr>
            <p:ph idx="27" type="pic"/>
          </p:nvPr>
        </p:nvSpPr>
        <p:spPr>
          <a:xfrm>
            <a:off x="3749275" y="4250600"/>
            <a:ext cx="418800" cy="418800"/>
          </a:xfrm>
          <a:prstGeom prst="ellipse">
            <a:avLst/>
          </a:prstGeom>
          <a:noFill/>
          <a:ln>
            <a:noFill/>
          </a:ln>
        </p:spPr>
      </p:sp>
      <p:sp>
        <p:nvSpPr>
          <p:cNvPr id="363" name="Google Shape;363;p37"/>
          <p:cNvSpPr/>
          <p:nvPr>
            <p:ph idx="28" type="pic"/>
          </p:nvPr>
        </p:nvSpPr>
        <p:spPr>
          <a:xfrm>
            <a:off x="4167850" y="4250600"/>
            <a:ext cx="418800" cy="418800"/>
          </a:xfrm>
          <a:prstGeom prst="ellipse">
            <a:avLst/>
          </a:prstGeom>
          <a:noFill/>
          <a:ln>
            <a:noFill/>
          </a:ln>
        </p:spPr>
      </p:sp>
      <p:sp>
        <p:nvSpPr>
          <p:cNvPr id="364" name="Google Shape;364;p37"/>
          <p:cNvSpPr txBox="1"/>
          <p:nvPr>
            <p:ph type="title"/>
          </p:nvPr>
        </p:nvSpPr>
        <p:spPr>
          <a:xfrm>
            <a:off x="469875" y="1570725"/>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65" name="Google Shape;365;p37"/>
          <p:cNvSpPr txBox="1"/>
          <p:nvPr>
            <p:ph idx="29" type="title"/>
          </p:nvPr>
        </p:nvSpPr>
        <p:spPr>
          <a:xfrm>
            <a:off x="469875" y="3406431"/>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66" name="Google Shape;366;p37"/>
          <p:cNvSpPr txBox="1"/>
          <p:nvPr>
            <p:ph idx="30" type="title"/>
          </p:nvPr>
        </p:nvSpPr>
        <p:spPr>
          <a:xfrm>
            <a:off x="3330700" y="3406431"/>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67" name="Google Shape;367;p37"/>
          <p:cNvSpPr txBox="1"/>
          <p:nvPr>
            <p:ph idx="31" type="title"/>
          </p:nvPr>
        </p:nvSpPr>
        <p:spPr>
          <a:xfrm>
            <a:off x="3330700" y="1570725"/>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68" name="Google Shape;368;p37"/>
          <p:cNvSpPr txBox="1"/>
          <p:nvPr>
            <p:ph idx="32"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69" name="Google Shape;369;p3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0" name="Google Shape;370;p37"/>
          <p:cNvSpPr txBox="1"/>
          <p:nvPr>
            <p:ph idx="3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1" name="Google Shape;371;p37"/>
          <p:cNvSpPr txBox="1"/>
          <p:nvPr>
            <p:ph idx="3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72" name="Google Shape;372;p3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1">
  <p:cSld name="CUSTOM_6">
    <p:spTree>
      <p:nvGrpSpPr>
        <p:cNvPr id="373" name="Shape 373"/>
        <p:cNvGrpSpPr/>
        <p:nvPr/>
      </p:nvGrpSpPr>
      <p:grpSpPr>
        <a:xfrm>
          <a:off x="0" y="0"/>
          <a:ext cx="0" cy="0"/>
          <a:chOff x="0" y="0"/>
          <a:chExt cx="0" cy="0"/>
        </a:xfrm>
      </p:grpSpPr>
      <p:pic>
        <p:nvPicPr>
          <p:cNvPr id="374" name="Google Shape;374;p38"/>
          <p:cNvPicPr preferRelativeResize="0"/>
          <p:nvPr/>
        </p:nvPicPr>
        <p:blipFill rotWithShape="1">
          <a:blip r:embed="rId2">
            <a:alphaModFix/>
          </a:blip>
          <a:srcRect b="39661" l="32511" r="27293" t="0"/>
          <a:stretch/>
        </p:blipFill>
        <p:spPr>
          <a:xfrm>
            <a:off x="1701300" y="1641428"/>
            <a:ext cx="653100" cy="653400"/>
          </a:xfrm>
          <a:prstGeom prst="ellipse">
            <a:avLst/>
          </a:prstGeom>
          <a:noFill/>
          <a:ln>
            <a:noFill/>
          </a:ln>
        </p:spPr>
      </p:pic>
      <p:sp>
        <p:nvSpPr>
          <p:cNvPr id="375" name="Google Shape;375;p38"/>
          <p:cNvSpPr/>
          <p:nvPr>
            <p:ph idx="2" type="pic"/>
          </p:nvPr>
        </p:nvSpPr>
        <p:spPr>
          <a:xfrm>
            <a:off x="1701300" y="1641575"/>
            <a:ext cx="653100" cy="653100"/>
          </a:xfrm>
          <a:prstGeom prst="ellipse">
            <a:avLst/>
          </a:prstGeom>
          <a:noFill/>
          <a:ln>
            <a:noFill/>
          </a:ln>
        </p:spPr>
      </p:sp>
      <p:sp>
        <p:nvSpPr>
          <p:cNvPr id="376" name="Google Shape;376;p38"/>
          <p:cNvSpPr txBox="1"/>
          <p:nvPr>
            <p:ph idx="1" type="subTitle"/>
          </p:nvPr>
        </p:nvSpPr>
        <p:spPr>
          <a:xfrm>
            <a:off x="42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7" name="Google Shape;377;p38"/>
          <p:cNvSpPr txBox="1"/>
          <p:nvPr>
            <p:ph idx="3" type="subTitle"/>
          </p:nvPr>
        </p:nvSpPr>
        <p:spPr>
          <a:xfrm>
            <a:off x="42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78" name="Google Shape;378;p38"/>
          <p:cNvPicPr preferRelativeResize="0"/>
          <p:nvPr/>
        </p:nvPicPr>
        <p:blipFill rotWithShape="1">
          <a:blip r:embed="rId2">
            <a:alphaModFix/>
          </a:blip>
          <a:srcRect b="39661" l="32511" r="27293" t="0"/>
          <a:stretch/>
        </p:blipFill>
        <p:spPr>
          <a:xfrm>
            <a:off x="4206300" y="1641428"/>
            <a:ext cx="653100" cy="653400"/>
          </a:xfrm>
          <a:prstGeom prst="ellipse">
            <a:avLst/>
          </a:prstGeom>
          <a:noFill/>
          <a:ln>
            <a:noFill/>
          </a:ln>
        </p:spPr>
      </p:pic>
      <p:sp>
        <p:nvSpPr>
          <p:cNvPr id="379" name="Google Shape;379;p38"/>
          <p:cNvSpPr/>
          <p:nvPr>
            <p:ph idx="4" type="pic"/>
          </p:nvPr>
        </p:nvSpPr>
        <p:spPr>
          <a:xfrm>
            <a:off x="4206300" y="1641575"/>
            <a:ext cx="653100" cy="653100"/>
          </a:xfrm>
          <a:prstGeom prst="ellipse">
            <a:avLst/>
          </a:prstGeom>
          <a:noFill/>
          <a:ln>
            <a:noFill/>
          </a:ln>
        </p:spPr>
      </p:sp>
      <p:sp>
        <p:nvSpPr>
          <p:cNvPr id="380" name="Google Shape;380;p38"/>
          <p:cNvSpPr txBox="1"/>
          <p:nvPr>
            <p:ph idx="5" type="subTitle"/>
          </p:nvPr>
        </p:nvSpPr>
        <p:spPr>
          <a:xfrm>
            <a:off x="2930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1" name="Google Shape;381;p38"/>
          <p:cNvSpPr txBox="1"/>
          <p:nvPr>
            <p:ph idx="6" type="subTitle"/>
          </p:nvPr>
        </p:nvSpPr>
        <p:spPr>
          <a:xfrm>
            <a:off x="2930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82" name="Google Shape;382;p38"/>
          <p:cNvPicPr preferRelativeResize="0"/>
          <p:nvPr/>
        </p:nvPicPr>
        <p:blipFill rotWithShape="1">
          <a:blip r:embed="rId2">
            <a:alphaModFix/>
          </a:blip>
          <a:srcRect b="39661" l="32511" r="27293" t="0"/>
          <a:stretch/>
        </p:blipFill>
        <p:spPr>
          <a:xfrm>
            <a:off x="6711300" y="1641428"/>
            <a:ext cx="653100" cy="653400"/>
          </a:xfrm>
          <a:prstGeom prst="ellipse">
            <a:avLst/>
          </a:prstGeom>
          <a:noFill/>
          <a:ln>
            <a:noFill/>
          </a:ln>
        </p:spPr>
      </p:pic>
      <p:sp>
        <p:nvSpPr>
          <p:cNvPr id="383" name="Google Shape;383;p38"/>
          <p:cNvSpPr/>
          <p:nvPr>
            <p:ph idx="7" type="pic"/>
          </p:nvPr>
        </p:nvSpPr>
        <p:spPr>
          <a:xfrm>
            <a:off x="6711300" y="1641575"/>
            <a:ext cx="653100" cy="653100"/>
          </a:xfrm>
          <a:prstGeom prst="ellipse">
            <a:avLst/>
          </a:prstGeom>
          <a:noFill/>
          <a:ln>
            <a:noFill/>
          </a:ln>
        </p:spPr>
      </p:sp>
      <p:sp>
        <p:nvSpPr>
          <p:cNvPr id="384" name="Google Shape;384;p38"/>
          <p:cNvSpPr txBox="1"/>
          <p:nvPr>
            <p:ph idx="8" type="subTitle"/>
          </p:nvPr>
        </p:nvSpPr>
        <p:spPr>
          <a:xfrm>
            <a:off x="543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85" name="Google Shape;385;p38"/>
          <p:cNvSpPr txBox="1"/>
          <p:nvPr>
            <p:ph idx="9" type="subTitle"/>
          </p:nvPr>
        </p:nvSpPr>
        <p:spPr>
          <a:xfrm>
            <a:off x="543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86" name="Google Shape;386;p38"/>
          <p:cNvPicPr preferRelativeResize="0"/>
          <p:nvPr/>
        </p:nvPicPr>
        <p:blipFill rotWithShape="1">
          <a:blip r:embed="rId2">
            <a:alphaModFix/>
          </a:blip>
          <a:srcRect b="39661" l="32511" r="27293" t="0"/>
          <a:stretch/>
        </p:blipFill>
        <p:spPr>
          <a:xfrm>
            <a:off x="1701300" y="2749328"/>
            <a:ext cx="653100" cy="653400"/>
          </a:xfrm>
          <a:prstGeom prst="ellipse">
            <a:avLst/>
          </a:prstGeom>
          <a:noFill/>
          <a:ln>
            <a:noFill/>
          </a:ln>
        </p:spPr>
      </p:pic>
      <p:sp>
        <p:nvSpPr>
          <p:cNvPr id="387" name="Google Shape;387;p38"/>
          <p:cNvSpPr/>
          <p:nvPr>
            <p:ph idx="13" type="pic"/>
          </p:nvPr>
        </p:nvSpPr>
        <p:spPr>
          <a:xfrm>
            <a:off x="1701300" y="2749475"/>
            <a:ext cx="653100" cy="653100"/>
          </a:xfrm>
          <a:prstGeom prst="ellipse">
            <a:avLst/>
          </a:prstGeom>
          <a:noFill/>
          <a:ln>
            <a:noFill/>
          </a:ln>
        </p:spPr>
      </p:sp>
      <p:sp>
        <p:nvSpPr>
          <p:cNvPr id="388" name="Google Shape;388;p38"/>
          <p:cNvSpPr txBox="1"/>
          <p:nvPr>
            <p:ph idx="14" type="subTitle"/>
          </p:nvPr>
        </p:nvSpPr>
        <p:spPr>
          <a:xfrm>
            <a:off x="42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9" name="Google Shape;389;p38"/>
          <p:cNvSpPr txBox="1"/>
          <p:nvPr>
            <p:ph idx="15" type="subTitle"/>
          </p:nvPr>
        </p:nvSpPr>
        <p:spPr>
          <a:xfrm>
            <a:off x="42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90" name="Google Shape;390;p38"/>
          <p:cNvPicPr preferRelativeResize="0"/>
          <p:nvPr/>
        </p:nvPicPr>
        <p:blipFill rotWithShape="1">
          <a:blip r:embed="rId2">
            <a:alphaModFix/>
          </a:blip>
          <a:srcRect b="39661" l="32511" r="27293" t="0"/>
          <a:stretch/>
        </p:blipFill>
        <p:spPr>
          <a:xfrm>
            <a:off x="4206300" y="2749328"/>
            <a:ext cx="653100" cy="653400"/>
          </a:xfrm>
          <a:prstGeom prst="ellipse">
            <a:avLst/>
          </a:prstGeom>
          <a:noFill/>
          <a:ln>
            <a:noFill/>
          </a:ln>
        </p:spPr>
      </p:pic>
      <p:sp>
        <p:nvSpPr>
          <p:cNvPr id="391" name="Google Shape;391;p38"/>
          <p:cNvSpPr/>
          <p:nvPr>
            <p:ph idx="16" type="pic"/>
          </p:nvPr>
        </p:nvSpPr>
        <p:spPr>
          <a:xfrm>
            <a:off x="4206300" y="2749475"/>
            <a:ext cx="653100" cy="653100"/>
          </a:xfrm>
          <a:prstGeom prst="ellipse">
            <a:avLst/>
          </a:prstGeom>
          <a:noFill/>
          <a:ln>
            <a:noFill/>
          </a:ln>
        </p:spPr>
      </p:sp>
      <p:sp>
        <p:nvSpPr>
          <p:cNvPr id="392" name="Google Shape;392;p38"/>
          <p:cNvSpPr txBox="1"/>
          <p:nvPr>
            <p:ph idx="17" type="subTitle"/>
          </p:nvPr>
        </p:nvSpPr>
        <p:spPr>
          <a:xfrm>
            <a:off x="2930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3" name="Google Shape;393;p38"/>
          <p:cNvSpPr txBox="1"/>
          <p:nvPr>
            <p:ph idx="18" type="subTitle"/>
          </p:nvPr>
        </p:nvSpPr>
        <p:spPr>
          <a:xfrm>
            <a:off x="2930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94" name="Google Shape;394;p38"/>
          <p:cNvPicPr preferRelativeResize="0"/>
          <p:nvPr/>
        </p:nvPicPr>
        <p:blipFill rotWithShape="1">
          <a:blip r:embed="rId2">
            <a:alphaModFix/>
          </a:blip>
          <a:srcRect b="39661" l="32511" r="27293" t="0"/>
          <a:stretch/>
        </p:blipFill>
        <p:spPr>
          <a:xfrm>
            <a:off x="6711300" y="2749328"/>
            <a:ext cx="653100" cy="653400"/>
          </a:xfrm>
          <a:prstGeom prst="ellipse">
            <a:avLst/>
          </a:prstGeom>
          <a:noFill/>
          <a:ln>
            <a:noFill/>
          </a:ln>
        </p:spPr>
      </p:pic>
      <p:sp>
        <p:nvSpPr>
          <p:cNvPr id="395" name="Google Shape;395;p38"/>
          <p:cNvSpPr/>
          <p:nvPr>
            <p:ph idx="19" type="pic"/>
          </p:nvPr>
        </p:nvSpPr>
        <p:spPr>
          <a:xfrm>
            <a:off x="6711300" y="2749475"/>
            <a:ext cx="653100" cy="653100"/>
          </a:xfrm>
          <a:prstGeom prst="ellipse">
            <a:avLst/>
          </a:prstGeom>
          <a:noFill/>
          <a:ln>
            <a:noFill/>
          </a:ln>
        </p:spPr>
      </p:sp>
      <p:sp>
        <p:nvSpPr>
          <p:cNvPr id="396" name="Google Shape;396;p38"/>
          <p:cNvSpPr txBox="1"/>
          <p:nvPr>
            <p:ph idx="20" type="subTitle"/>
          </p:nvPr>
        </p:nvSpPr>
        <p:spPr>
          <a:xfrm>
            <a:off x="543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97" name="Google Shape;397;p38"/>
          <p:cNvSpPr txBox="1"/>
          <p:nvPr>
            <p:ph idx="21" type="subTitle"/>
          </p:nvPr>
        </p:nvSpPr>
        <p:spPr>
          <a:xfrm>
            <a:off x="543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98" name="Google Shape;398;p38"/>
          <p:cNvPicPr preferRelativeResize="0"/>
          <p:nvPr/>
        </p:nvPicPr>
        <p:blipFill rotWithShape="1">
          <a:blip r:embed="rId2">
            <a:alphaModFix/>
          </a:blip>
          <a:srcRect b="39661" l="32511" r="27293" t="0"/>
          <a:stretch/>
        </p:blipFill>
        <p:spPr>
          <a:xfrm>
            <a:off x="1701300" y="3857228"/>
            <a:ext cx="653100" cy="653400"/>
          </a:xfrm>
          <a:prstGeom prst="ellipse">
            <a:avLst/>
          </a:prstGeom>
          <a:noFill/>
          <a:ln>
            <a:noFill/>
          </a:ln>
        </p:spPr>
      </p:pic>
      <p:sp>
        <p:nvSpPr>
          <p:cNvPr id="399" name="Google Shape;399;p38"/>
          <p:cNvSpPr/>
          <p:nvPr>
            <p:ph idx="22" type="pic"/>
          </p:nvPr>
        </p:nvSpPr>
        <p:spPr>
          <a:xfrm>
            <a:off x="1701300" y="3857375"/>
            <a:ext cx="653100" cy="653100"/>
          </a:xfrm>
          <a:prstGeom prst="ellipse">
            <a:avLst/>
          </a:prstGeom>
          <a:noFill/>
          <a:ln>
            <a:noFill/>
          </a:ln>
        </p:spPr>
      </p:sp>
      <p:sp>
        <p:nvSpPr>
          <p:cNvPr id="400" name="Google Shape;400;p38"/>
          <p:cNvSpPr txBox="1"/>
          <p:nvPr>
            <p:ph idx="23" type="subTitle"/>
          </p:nvPr>
        </p:nvSpPr>
        <p:spPr>
          <a:xfrm>
            <a:off x="425050"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1" name="Google Shape;401;p38"/>
          <p:cNvSpPr txBox="1"/>
          <p:nvPr>
            <p:ph idx="24" type="subTitle"/>
          </p:nvPr>
        </p:nvSpPr>
        <p:spPr>
          <a:xfrm>
            <a:off x="425050"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402" name="Google Shape;402;p38"/>
          <p:cNvPicPr preferRelativeResize="0"/>
          <p:nvPr/>
        </p:nvPicPr>
        <p:blipFill rotWithShape="1">
          <a:blip r:embed="rId2">
            <a:alphaModFix/>
          </a:blip>
          <a:srcRect b="39661" l="32511" r="27293" t="0"/>
          <a:stretch/>
        </p:blipFill>
        <p:spPr>
          <a:xfrm>
            <a:off x="4214044" y="3857228"/>
            <a:ext cx="653100" cy="653400"/>
          </a:xfrm>
          <a:prstGeom prst="ellipse">
            <a:avLst/>
          </a:prstGeom>
          <a:noFill/>
          <a:ln>
            <a:noFill/>
          </a:ln>
        </p:spPr>
      </p:pic>
      <p:sp>
        <p:nvSpPr>
          <p:cNvPr id="403" name="Google Shape;403;p38"/>
          <p:cNvSpPr/>
          <p:nvPr>
            <p:ph idx="25" type="pic"/>
          </p:nvPr>
        </p:nvSpPr>
        <p:spPr>
          <a:xfrm>
            <a:off x="4214044" y="3857375"/>
            <a:ext cx="653100" cy="653100"/>
          </a:xfrm>
          <a:prstGeom prst="ellipse">
            <a:avLst/>
          </a:prstGeom>
          <a:noFill/>
          <a:ln>
            <a:noFill/>
          </a:ln>
        </p:spPr>
      </p:sp>
      <p:sp>
        <p:nvSpPr>
          <p:cNvPr id="404" name="Google Shape;404;p38"/>
          <p:cNvSpPr txBox="1"/>
          <p:nvPr>
            <p:ph idx="26" type="subTitle"/>
          </p:nvPr>
        </p:nvSpPr>
        <p:spPr>
          <a:xfrm>
            <a:off x="2937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05" name="Google Shape;405;p38"/>
          <p:cNvSpPr txBox="1"/>
          <p:nvPr>
            <p:ph idx="27" type="subTitle"/>
          </p:nvPr>
        </p:nvSpPr>
        <p:spPr>
          <a:xfrm>
            <a:off x="2937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406" name="Google Shape;406;p38"/>
          <p:cNvPicPr preferRelativeResize="0"/>
          <p:nvPr/>
        </p:nvPicPr>
        <p:blipFill rotWithShape="1">
          <a:blip r:embed="rId2">
            <a:alphaModFix/>
          </a:blip>
          <a:srcRect b="39661" l="32511" r="27293" t="0"/>
          <a:stretch/>
        </p:blipFill>
        <p:spPr>
          <a:xfrm>
            <a:off x="6719044" y="3857228"/>
            <a:ext cx="653100" cy="653400"/>
          </a:xfrm>
          <a:prstGeom prst="ellipse">
            <a:avLst/>
          </a:prstGeom>
          <a:noFill/>
          <a:ln>
            <a:noFill/>
          </a:ln>
        </p:spPr>
      </p:pic>
      <p:sp>
        <p:nvSpPr>
          <p:cNvPr id="407" name="Google Shape;407;p38"/>
          <p:cNvSpPr/>
          <p:nvPr>
            <p:ph idx="28" type="pic"/>
          </p:nvPr>
        </p:nvSpPr>
        <p:spPr>
          <a:xfrm>
            <a:off x="6719044" y="3857375"/>
            <a:ext cx="653100" cy="653100"/>
          </a:xfrm>
          <a:prstGeom prst="ellipse">
            <a:avLst/>
          </a:prstGeom>
          <a:noFill/>
          <a:ln>
            <a:noFill/>
          </a:ln>
        </p:spPr>
      </p:sp>
      <p:sp>
        <p:nvSpPr>
          <p:cNvPr id="408" name="Google Shape;408;p38"/>
          <p:cNvSpPr txBox="1"/>
          <p:nvPr>
            <p:ph idx="29" type="subTitle"/>
          </p:nvPr>
        </p:nvSpPr>
        <p:spPr>
          <a:xfrm>
            <a:off x="5442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9" name="Google Shape;409;p38"/>
          <p:cNvSpPr txBox="1"/>
          <p:nvPr>
            <p:ph idx="30" type="subTitle"/>
          </p:nvPr>
        </p:nvSpPr>
        <p:spPr>
          <a:xfrm>
            <a:off x="5442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10" name="Google Shape;410;p38"/>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11" name="Google Shape;411;p38"/>
          <p:cNvSpPr txBox="1"/>
          <p:nvPr>
            <p:ph idx="3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2" name="Google Shape;412;p38"/>
          <p:cNvSpPr txBox="1"/>
          <p:nvPr>
            <p:ph idx="3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3" name="Google Shape;413;p38"/>
          <p:cNvSpPr txBox="1"/>
          <p:nvPr>
            <p:ph idx="3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14" name="Google Shape;414;p3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2">
  <p:cSld name="CUSTOM_6_1">
    <p:spTree>
      <p:nvGrpSpPr>
        <p:cNvPr id="415" name="Shape 415"/>
        <p:cNvGrpSpPr/>
        <p:nvPr/>
      </p:nvGrpSpPr>
      <p:grpSpPr>
        <a:xfrm>
          <a:off x="0" y="0"/>
          <a:ext cx="0" cy="0"/>
          <a:chOff x="0" y="0"/>
          <a:chExt cx="0" cy="0"/>
        </a:xfrm>
      </p:grpSpPr>
      <p:sp>
        <p:nvSpPr>
          <p:cNvPr id="416" name="Google Shape;416;p39"/>
          <p:cNvSpPr txBox="1"/>
          <p:nvPr>
            <p:ph idx="1" type="subTitle"/>
          </p:nvPr>
        </p:nvSpPr>
        <p:spPr>
          <a:xfrm>
            <a:off x="284700"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17" name="Google Shape;417;p39"/>
          <p:cNvSpPr txBox="1"/>
          <p:nvPr>
            <p:ph idx="2" type="subTitle"/>
          </p:nvPr>
        </p:nvSpPr>
        <p:spPr>
          <a:xfrm>
            <a:off x="3375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18" name="Google Shape;418;p39"/>
          <p:cNvSpPr txBox="1"/>
          <p:nvPr>
            <p:ph idx="3" type="subTitle"/>
          </p:nvPr>
        </p:nvSpPr>
        <p:spPr>
          <a:xfrm>
            <a:off x="6350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19" name="Google Shape;419;p39"/>
          <p:cNvSpPr/>
          <p:nvPr>
            <p:ph idx="4" type="pic"/>
          </p:nvPr>
        </p:nvSpPr>
        <p:spPr>
          <a:xfrm>
            <a:off x="1811447" y="1687497"/>
            <a:ext cx="653100" cy="653100"/>
          </a:xfrm>
          <a:prstGeom prst="ellipse">
            <a:avLst/>
          </a:prstGeom>
          <a:noFill/>
          <a:ln>
            <a:noFill/>
          </a:ln>
        </p:spPr>
      </p:sp>
      <p:sp>
        <p:nvSpPr>
          <p:cNvPr id="420" name="Google Shape;420;p39"/>
          <p:cNvSpPr txBox="1"/>
          <p:nvPr>
            <p:ph idx="5" type="subTitle"/>
          </p:nvPr>
        </p:nvSpPr>
        <p:spPr>
          <a:xfrm>
            <a:off x="535197"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21" name="Google Shape;421;p39"/>
          <p:cNvSpPr txBox="1"/>
          <p:nvPr>
            <p:ph idx="6" type="subTitle"/>
          </p:nvPr>
        </p:nvSpPr>
        <p:spPr>
          <a:xfrm>
            <a:off x="535197"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22" name="Google Shape;422;p39"/>
          <p:cNvSpPr/>
          <p:nvPr>
            <p:ph idx="7" type="pic"/>
          </p:nvPr>
        </p:nvSpPr>
        <p:spPr>
          <a:xfrm>
            <a:off x="1811447" y="2709697"/>
            <a:ext cx="653100" cy="653100"/>
          </a:xfrm>
          <a:prstGeom prst="ellipse">
            <a:avLst/>
          </a:prstGeom>
          <a:noFill/>
          <a:ln>
            <a:noFill/>
          </a:ln>
        </p:spPr>
      </p:sp>
      <p:sp>
        <p:nvSpPr>
          <p:cNvPr id="423" name="Google Shape;423;p39"/>
          <p:cNvSpPr txBox="1"/>
          <p:nvPr>
            <p:ph idx="8" type="subTitle"/>
          </p:nvPr>
        </p:nvSpPr>
        <p:spPr>
          <a:xfrm>
            <a:off x="535197"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24" name="Google Shape;424;p39"/>
          <p:cNvSpPr txBox="1"/>
          <p:nvPr>
            <p:ph idx="9" type="subTitle"/>
          </p:nvPr>
        </p:nvSpPr>
        <p:spPr>
          <a:xfrm>
            <a:off x="535197"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25" name="Google Shape;425;p39"/>
          <p:cNvSpPr/>
          <p:nvPr>
            <p:ph idx="13" type="pic"/>
          </p:nvPr>
        </p:nvSpPr>
        <p:spPr>
          <a:xfrm>
            <a:off x="1811447" y="3731897"/>
            <a:ext cx="653100" cy="653100"/>
          </a:xfrm>
          <a:prstGeom prst="ellipse">
            <a:avLst/>
          </a:prstGeom>
          <a:noFill/>
          <a:ln>
            <a:noFill/>
          </a:ln>
        </p:spPr>
      </p:sp>
      <p:sp>
        <p:nvSpPr>
          <p:cNvPr id="426" name="Google Shape;426;p39"/>
          <p:cNvSpPr txBox="1"/>
          <p:nvPr>
            <p:ph idx="14" type="subTitle"/>
          </p:nvPr>
        </p:nvSpPr>
        <p:spPr>
          <a:xfrm>
            <a:off x="535197"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27" name="Google Shape;427;p39"/>
          <p:cNvSpPr txBox="1"/>
          <p:nvPr>
            <p:ph idx="15" type="subTitle"/>
          </p:nvPr>
        </p:nvSpPr>
        <p:spPr>
          <a:xfrm>
            <a:off x="535197"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28" name="Google Shape;428;p39"/>
          <p:cNvSpPr/>
          <p:nvPr>
            <p:ph idx="16" type="pic"/>
          </p:nvPr>
        </p:nvSpPr>
        <p:spPr>
          <a:xfrm>
            <a:off x="4913135" y="1687497"/>
            <a:ext cx="653100" cy="653100"/>
          </a:xfrm>
          <a:prstGeom prst="ellipse">
            <a:avLst/>
          </a:prstGeom>
          <a:noFill/>
          <a:ln>
            <a:noFill/>
          </a:ln>
        </p:spPr>
      </p:sp>
      <p:sp>
        <p:nvSpPr>
          <p:cNvPr id="429" name="Google Shape;429;p39"/>
          <p:cNvSpPr txBox="1"/>
          <p:nvPr>
            <p:ph idx="17" type="subTitle"/>
          </p:nvPr>
        </p:nvSpPr>
        <p:spPr>
          <a:xfrm>
            <a:off x="3636885"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30" name="Google Shape;430;p39"/>
          <p:cNvSpPr txBox="1"/>
          <p:nvPr>
            <p:ph idx="18" type="subTitle"/>
          </p:nvPr>
        </p:nvSpPr>
        <p:spPr>
          <a:xfrm>
            <a:off x="3636885"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431" name="Google Shape;431;p39"/>
          <p:cNvSpPr/>
          <p:nvPr>
            <p:ph idx="19" type="pic"/>
          </p:nvPr>
        </p:nvSpPr>
        <p:spPr>
          <a:xfrm>
            <a:off x="4913135" y="2709697"/>
            <a:ext cx="653100" cy="653100"/>
          </a:xfrm>
          <a:prstGeom prst="ellipse">
            <a:avLst/>
          </a:prstGeom>
          <a:noFill/>
          <a:ln>
            <a:noFill/>
          </a:ln>
        </p:spPr>
      </p:sp>
      <p:sp>
        <p:nvSpPr>
          <p:cNvPr id="432" name="Google Shape;432;p39"/>
          <p:cNvSpPr txBox="1"/>
          <p:nvPr>
            <p:ph idx="20" type="subTitle"/>
          </p:nvPr>
        </p:nvSpPr>
        <p:spPr>
          <a:xfrm>
            <a:off x="3636885"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33" name="Google Shape;433;p39"/>
          <p:cNvSpPr txBox="1"/>
          <p:nvPr>
            <p:ph idx="21" type="subTitle"/>
          </p:nvPr>
        </p:nvSpPr>
        <p:spPr>
          <a:xfrm>
            <a:off x="3636885"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434" name="Google Shape;434;p39"/>
          <p:cNvSpPr/>
          <p:nvPr>
            <p:ph idx="22" type="pic"/>
          </p:nvPr>
        </p:nvSpPr>
        <p:spPr>
          <a:xfrm>
            <a:off x="4913135" y="3731897"/>
            <a:ext cx="653100" cy="653100"/>
          </a:xfrm>
          <a:prstGeom prst="ellipse">
            <a:avLst/>
          </a:prstGeom>
          <a:noFill/>
          <a:ln>
            <a:noFill/>
          </a:ln>
        </p:spPr>
      </p:sp>
      <p:sp>
        <p:nvSpPr>
          <p:cNvPr id="435" name="Google Shape;435;p39"/>
          <p:cNvSpPr txBox="1"/>
          <p:nvPr>
            <p:ph idx="23" type="subTitle"/>
          </p:nvPr>
        </p:nvSpPr>
        <p:spPr>
          <a:xfrm>
            <a:off x="3636885"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436" name="Google Shape;436;p39"/>
          <p:cNvSpPr txBox="1"/>
          <p:nvPr>
            <p:ph idx="24" type="subTitle"/>
          </p:nvPr>
        </p:nvSpPr>
        <p:spPr>
          <a:xfrm>
            <a:off x="3636885"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437" name="Google Shape;437;p39"/>
          <p:cNvSpPr/>
          <p:nvPr>
            <p:ph idx="25" type="pic"/>
          </p:nvPr>
        </p:nvSpPr>
        <p:spPr>
          <a:xfrm>
            <a:off x="7877122" y="1687497"/>
            <a:ext cx="653100" cy="653100"/>
          </a:xfrm>
          <a:prstGeom prst="ellipse">
            <a:avLst/>
          </a:prstGeom>
          <a:noFill/>
          <a:ln>
            <a:noFill/>
          </a:ln>
        </p:spPr>
      </p:sp>
      <p:sp>
        <p:nvSpPr>
          <p:cNvPr id="438" name="Google Shape;438;p39"/>
          <p:cNvSpPr txBox="1"/>
          <p:nvPr>
            <p:ph idx="26" type="subTitle"/>
          </p:nvPr>
        </p:nvSpPr>
        <p:spPr>
          <a:xfrm>
            <a:off x="6600872"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39" name="Google Shape;439;p39"/>
          <p:cNvSpPr txBox="1"/>
          <p:nvPr>
            <p:ph idx="27" type="subTitle"/>
          </p:nvPr>
        </p:nvSpPr>
        <p:spPr>
          <a:xfrm>
            <a:off x="6600872"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40" name="Google Shape;440;p39"/>
          <p:cNvSpPr/>
          <p:nvPr>
            <p:ph idx="28" type="pic"/>
          </p:nvPr>
        </p:nvSpPr>
        <p:spPr>
          <a:xfrm>
            <a:off x="7877122" y="2709697"/>
            <a:ext cx="653100" cy="653100"/>
          </a:xfrm>
          <a:prstGeom prst="ellipse">
            <a:avLst/>
          </a:prstGeom>
          <a:noFill/>
          <a:ln>
            <a:noFill/>
          </a:ln>
        </p:spPr>
      </p:sp>
      <p:sp>
        <p:nvSpPr>
          <p:cNvPr id="441" name="Google Shape;441;p39"/>
          <p:cNvSpPr txBox="1"/>
          <p:nvPr>
            <p:ph idx="29" type="subTitle"/>
          </p:nvPr>
        </p:nvSpPr>
        <p:spPr>
          <a:xfrm>
            <a:off x="6600872"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42" name="Google Shape;442;p39"/>
          <p:cNvSpPr txBox="1"/>
          <p:nvPr>
            <p:ph idx="30" type="subTitle"/>
          </p:nvPr>
        </p:nvSpPr>
        <p:spPr>
          <a:xfrm>
            <a:off x="6600872"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43" name="Google Shape;443;p39"/>
          <p:cNvSpPr/>
          <p:nvPr>
            <p:ph idx="31" type="pic"/>
          </p:nvPr>
        </p:nvSpPr>
        <p:spPr>
          <a:xfrm>
            <a:off x="7877122" y="3731897"/>
            <a:ext cx="653100" cy="653100"/>
          </a:xfrm>
          <a:prstGeom prst="ellipse">
            <a:avLst/>
          </a:prstGeom>
          <a:noFill/>
          <a:ln>
            <a:noFill/>
          </a:ln>
        </p:spPr>
      </p:sp>
      <p:sp>
        <p:nvSpPr>
          <p:cNvPr id="444" name="Google Shape;444;p39"/>
          <p:cNvSpPr txBox="1"/>
          <p:nvPr>
            <p:ph idx="32" type="subTitle"/>
          </p:nvPr>
        </p:nvSpPr>
        <p:spPr>
          <a:xfrm>
            <a:off x="6600872"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45" name="Google Shape;445;p39"/>
          <p:cNvSpPr txBox="1"/>
          <p:nvPr>
            <p:ph idx="33" type="subTitle"/>
          </p:nvPr>
        </p:nvSpPr>
        <p:spPr>
          <a:xfrm>
            <a:off x="6600872"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46" name="Google Shape;446;p39"/>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47" name="Google Shape;447;p39"/>
          <p:cNvSpPr txBox="1"/>
          <p:nvPr>
            <p:ph idx="3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8" name="Google Shape;448;p39"/>
          <p:cNvSpPr txBox="1"/>
          <p:nvPr>
            <p:ph idx="3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9" name="Google Shape;449;p39"/>
          <p:cNvSpPr txBox="1"/>
          <p:nvPr>
            <p:ph idx="3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0" name="Google Shape;450;p3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451" name="Shape 451"/>
        <p:cNvGrpSpPr/>
        <p:nvPr/>
      </p:nvGrpSpPr>
      <p:grpSpPr>
        <a:xfrm>
          <a:off x="0" y="0"/>
          <a:ext cx="0" cy="0"/>
          <a:chOff x="0" y="0"/>
          <a:chExt cx="0" cy="0"/>
        </a:xfrm>
      </p:grpSpPr>
      <p:sp>
        <p:nvSpPr>
          <p:cNvPr id="452" name="Google Shape;452;p40"/>
          <p:cNvSpPr txBox="1"/>
          <p:nvPr>
            <p:ph type="title"/>
          </p:nvPr>
        </p:nvSpPr>
        <p:spPr>
          <a:xfrm>
            <a:off x="283475" y="300013"/>
            <a:ext cx="4382400" cy="4338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453" name="Google Shape;453;p4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4" name="Google Shape;454;p4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5" name="Google Shape;455;p40"/>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6" name="Google Shape;456;p4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457" name="Shape 457"/>
        <p:cNvGrpSpPr/>
        <p:nvPr/>
      </p:nvGrpSpPr>
      <p:grpSpPr>
        <a:xfrm>
          <a:off x="0" y="0"/>
          <a:ext cx="0" cy="0"/>
          <a:chOff x="0" y="0"/>
          <a:chExt cx="0" cy="0"/>
        </a:xfrm>
      </p:grpSpPr>
      <p:sp>
        <p:nvSpPr>
          <p:cNvPr id="458" name="Google Shape;458;p41"/>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59" name="Google Shape;459;p41"/>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60" name="Google Shape;460;p41"/>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61" name="Google Shape;461;p41"/>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62" name="Google Shape;462;p41"/>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63" name="Google Shape;463;p41"/>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64" name="Google Shape;464;p41"/>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65" name="Google Shape;465;p41"/>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66" name="Google Shape;466;p41"/>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67" name="Google Shape;467;p41"/>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68" name="Google Shape;468;p4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learnings">
  <p:cSld name="CUSTOM">
    <p:spTree>
      <p:nvGrpSpPr>
        <p:cNvPr id="469" name="Shape 469"/>
        <p:cNvGrpSpPr/>
        <p:nvPr/>
      </p:nvGrpSpPr>
      <p:grpSpPr>
        <a:xfrm>
          <a:off x="0" y="0"/>
          <a:ext cx="0" cy="0"/>
          <a:chOff x="0" y="0"/>
          <a:chExt cx="0" cy="0"/>
        </a:xfrm>
      </p:grpSpPr>
      <p:sp>
        <p:nvSpPr>
          <p:cNvPr id="470" name="Google Shape;470;p42"/>
          <p:cNvSpPr/>
          <p:nvPr/>
        </p:nvSpPr>
        <p:spPr>
          <a:xfrm flipH="1" rot="5400000">
            <a:off x="5052850" y="1254650"/>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1" name="Google Shape;471;p42"/>
          <p:cNvSpPr/>
          <p:nvPr/>
        </p:nvSpPr>
        <p:spPr>
          <a:xfrm flipH="1">
            <a:off x="25" y="2692075"/>
            <a:ext cx="1709400" cy="16257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2" name="Google Shape;472;p42"/>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3" name="Google Shape;473;p42"/>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4" name="Google Shape;474;p42"/>
          <p:cNvSpPr/>
          <p:nvPr/>
        </p:nvSpPr>
        <p:spPr>
          <a:xfrm flipH="1" rot="5400000">
            <a:off x="5052850" y="2554039"/>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5" name="Google Shape;475;p42"/>
          <p:cNvSpPr/>
          <p:nvPr/>
        </p:nvSpPr>
        <p:spPr>
          <a:xfrm flipH="1" rot="5400000">
            <a:off x="5052850" y="3858733"/>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6" name="Google Shape;476;p42"/>
          <p:cNvSpPr txBox="1"/>
          <p:nvPr>
            <p:ph type="title"/>
          </p:nvPr>
        </p:nvSpPr>
        <p:spPr>
          <a:xfrm>
            <a:off x="283475" y="1790498"/>
            <a:ext cx="3162600" cy="9051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477" name="Google Shape;477;p42"/>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78" name="Google Shape;478;p42"/>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79" name="Google Shape;479;p42"/>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80" name="Google Shape;480;p42"/>
          <p:cNvSpPr txBox="1"/>
          <p:nvPr>
            <p:ph idx="4" type="subTitle"/>
          </p:nvPr>
        </p:nvSpPr>
        <p:spPr>
          <a:xfrm>
            <a:off x="5052850" y="2750664"/>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81" name="Google Shape;481;p42"/>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82" name="Google Shape;482;p42"/>
          <p:cNvSpPr txBox="1"/>
          <p:nvPr>
            <p:ph idx="6" type="subTitle"/>
          </p:nvPr>
        </p:nvSpPr>
        <p:spPr>
          <a:xfrm>
            <a:off x="5052850" y="4054675"/>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83" name="Google Shape;483;p42"/>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84" name="Google Shape;484;p42"/>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85" name="Google Shape;485;p42"/>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86" name="Google Shape;486;p4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
    <p:spTree>
      <p:nvGrpSpPr>
        <p:cNvPr id="487" name="Shape 487"/>
        <p:cNvGrpSpPr/>
        <p:nvPr/>
      </p:nvGrpSpPr>
      <p:grpSpPr>
        <a:xfrm>
          <a:off x="0" y="0"/>
          <a:ext cx="0" cy="0"/>
          <a:chOff x="0" y="0"/>
          <a:chExt cx="0" cy="0"/>
        </a:xfrm>
      </p:grpSpPr>
      <p:sp>
        <p:nvSpPr>
          <p:cNvPr id="488" name="Google Shape;488;p43"/>
          <p:cNvSpPr txBox="1"/>
          <p:nvPr>
            <p:ph type="title"/>
          </p:nvPr>
        </p:nvSpPr>
        <p:spPr>
          <a:xfrm>
            <a:off x="4665825" y="1253625"/>
            <a:ext cx="4193400" cy="3069600"/>
          </a:xfrm>
          <a:prstGeom prst="rect">
            <a:avLst/>
          </a:prstGeom>
        </p:spPr>
        <p:txBody>
          <a:bodyPr anchorCtr="0" anchor="t" bIns="0" lIns="0" spcFirstLastPara="1" rIns="91425" wrap="square" tIns="0">
            <a:spAutoFit/>
          </a:bodyPr>
          <a:lstStyle>
            <a:lvl1pPr lvl="0">
              <a:lnSpc>
                <a:spcPct val="90000"/>
              </a:lnSpc>
              <a:spcBef>
                <a:spcPts val="0"/>
              </a:spcBef>
              <a:spcAft>
                <a:spcPts val="0"/>
              </a:spcAft>
              <a:buClr>
                <a:schemeClr val="lt1"/>
              </a:buClr>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89" name="Google Shape;489;p43"/>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0" name="Google Shape;490;p43"/>
          <p:cNvSpPr txBox="1"/>
          <p:nvPr>
            <p:ph idx="2" type="body"/>
          </p:nvPr>
        </p:nvSpPr>
        <p:spPr>
          <a:xfrm>
            <a:off x="283925"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1" name="Google Shape;491;p43"/>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2" name="Google Shape;492;p43"/>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93" name="Google Shape;493;p43"/>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4" name="Google Shape;494;p43"/>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5" name="Google Shape;495;p43"/>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6" name="Google Shape;496;p43"/>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97" name="Google Shape;497;p43"/>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8" name="Google Shape;498;p43"/>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9" name="Google Shape;499;p43"/>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0" name="Google Shape;500;p43"/>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1" name="Google Shape;501;p43"/>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02" name="Google Shape;502;p43"/>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03" name="Google Shape;503;p43"/>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504" name="Google Shape;504;p4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amp; QA">
  <p:cSld name="CUSTOM_3">
    <p:spTree>
      <p:nvGrpSpPr>
        <p:cNvPr id="505" name="Shape 505"/>
        <p:cNvGrpSpPr/>
        <p:nvPr/>
      </p:nvGrpSpPr>
      <p:grpSpPr>
        <a:xfrm>
          <a:off x="0" y="0"/>
          <a:ext cx="0" cy="0"/>
          <a:chOff x="0" y="0"/>
          <a:chExt cx="0" cy="0"/>
        </a:xfrm>
      </p:grpSpPr>
      <p:sp>
        <p:nvSpPr>
          <p:cNvPr id="506" name="Google Shape;506;p44"/>
          <p:cNvSpPr/>
          <p:nvPr/>
        </p:nvSpPr>
        <p:spPr>
          <a:xfrm rot="-5400000">
            <a:off x="3889697" y="1638900"/>
            <a:ext cx="3510600" cy="3498600"/>
          </a:xfrm>
          <a:prstGeom prst="pie">
            <a:avLst>
              <a:gd fmla="val 0" name="adj1"/>
              <a:gd fmla="val 1080318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7" name="Google Shape;507;p44"/>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508" name="Google Shape;508;p44"/>
          <p:cNvSpPr/>
          <p:nvPr/>
        </p:nvSpPr>
        <p:spPr>
          <a:xfrm>
            <a:off x="3890550" y="-1634700"/>
            <a:ext cx="3509100" cy="3267600"/>
          </a:xfrm>
          <a:prstGeom prst="pie">
            <a:avLst>
              <a:gd fmla="val 0" name="adj1"/>
              <a:gd fmla="val 5401683"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9" name="Google Shape;509;p44"/>
          <p:cNvSpPr/>
          <p:nvPr/>
        </p:nvSpPr>
        <p:spPr>
          <a:xfrm rot="-5400000">
            <a:off x="3889697" y="1638900"/>
            <a:ext cx="3510600" cy="3498600"/>
          </a:xfrm>
          <a:prstGeom prst="pie">
            <a:avLst>
              <a:gd fmla="val 5409954" name="adj1"/>
              <a:gd fmla="val 1080318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0" name="Google Shape;510;p44"/>
          <p:cNvSpPr/>
          <p:nvPr/>
        </p:nvSpPr>
        <p:spPr>
          <a:xfrm rot="-5400000">
            <a:off x="5639256" y="1638900"/>
            <a:ext cx="3510600" cy="3498600"/>
          </a:xfrm>
          <a:prstGeom prst="pie">
            <a:avLst>
              <a:gd fmla="val 0" name="adj1"/>
              <a:gd fmla="val 1080318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1" name="Google Shape;511;p44"/>
          <p:cNvSpPr/>
          <p:nvPr/>
        </p:nvSpPr>
        <p:spPr>
          <a:xfrm>
            <a:off x="5640000" y="-1634700"/>
            <a:ext cx="3509100" cy="3267600"/>
          </a:xfrm>
          <a:prstGeom prst="pie">
            <a:avLst>
              <a:gd fmla="val 0" name="adj1"/>
              <a:gd fmla="val 540036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12" name="Google Shape;512;p44"/>
          <p:cNvSpPr txBox="1"/>
          <p:nvPr>
            <p:ph type="title"/>
          </p:nvPr>
        </p:nvSpPr>
        <p:spPr>
          <a:xfrm>
            <a:off x="284700" y="229302"/>
            <a:ext cx="4287300" cy="30696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513" name="Google Shape;513;p4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4" name="Shape 514"/>
        <p:cNvGrpSpPr/>
        <p:nvPr/>
      </p:nvGrpSpPr>
      <p:grpSpPr>
        <a:xfrm>
          <a:off x="0" y="0"/>
          <a:ext cx="0" cy="0"/>
          <a:chOff x="0" y="0"/>
          <a:chExt cx="0" cy="0"/>
        </a:xfrm>
      </p:grpSpPr>
      <p:sp>
        <p:nvSpPr>
          <p:cNvPr id="515" name="Google Shape;515;p45"/>
          <p:cNvSpPr txBox="1"/>
          <p:nvPr>
            <p:ph type="ctrTitle"/>
          </p:nvPr>
        </p:nvSpPr>
        <p:spPr>
          <a:xfrm>
            <a:off x="311708" y="744575"/>
            <a:ext cx="8520600" cy="2052600"/>
          </a:xfrm>
          <a:prstGeom prst="rect">
            <a:avLst/>
          </a:prstGeom>
        </p:spPr>
        <p:txBody>
          <a:bodyPr anchorCtr="0" anchor="b" bIns="0"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6" name="Google Shape;516;p45"/>
          <p:cNvSpPr txBox="1"/>
          <p:nvPr>
            <p:ph idx="1" type="subTitle"/>
          </p:nvPr>
        </p:nvSpPr>
        <p:spPr>
          <a:xfrm>
            <a:off x="311700" y="2834125"/>
            <a:ext cx="8520600" cy="79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7" name="Shape 517"/>
        <p:cNvGrpSpPr/>
        <p:nvPr/>
      </p:nvGrpSpPr>
      <p:grpSpPr>
        <a:xfrm>
          <a:off x="0" y="0"/>
          <a:ext cx="0" cy="0"/>
          <a:chOff x="0" y="0"/>
          <a:chExt cx="0" cy="0"/>
        </a:xfrm>
      </p:grpSpPr>
      <p:sp>
        <p:nvSpPr>
          <p:cNvPr id="518" name="Google Shape;518;p46"/>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9" name="Shape 519"/>
        <p:cNvGrpSpPr/>
        <p:nvPr/>
      </p:nvGrpSpPr>
      <p:grpSpPr>
        <a:xfrm>
          <a:off x="0" y="0"/>
          <a:ext cx="0" cy="0"/>
          <a:chOff x="0" y="0"/>
          <a:chExt cx="0" cy="0"/>
        </a:xfrm>
      </p:grpSpPr>
      <p:sp>
        <p:nvSpPr>
          <p:cNvPr id="520" name="Google Shape;520;p4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21" name="Google Shape;521;p47"/>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22" name="Shape 522"/>
        <p:cNvGrpSpPr/>
        <p:nvPr/>
      </p:nvGrpSpPr>
      <p:grpSpPr>
        <a:xfrm>
          <a:off x="0" y="0"/>
          <a:ext cx="0" cy="0"/>
          <a:chOff x="0" y="0"/>
          <a:chExt cx="0" cy="0"/>
        </a:xfrm>
      </p:grpSpPr>
      <p:sp>
        <p:nvSpPr>
          <p:cNvPr id="523" name="Google Shape;523;p48"/>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24" name="Google Shape;524;p48"/>
          <p:cNvSpPr txBox="1"/>
          <p:nvPr>
            <p:ph idx="1" type="body"/>
          </p:nvPr>
        </p:nvSpPr>
        <p:spPr>
          <a:xfrm>
            <a:off x="3117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25" name="Google Shape;525;p48"/>
          <p:cNvSpPr txBox="1"/>
          <p:nvPr>
            <p:ph idx="2" type="body"/>
          </p:nvPr>
        </p:nvSpPr>
        <p:spPr>
          <a:xfrm>
            <a:off x="48324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6" name="Shape 526"/>
        <p:cNvGrpSpPr/>
        <p:nvPr/>
      </p:nvGrpSpPr>
      <p:grpSpPr>
        <a:xfrm>
          <a:off x="0" y="0"/>
          <a:ext cx="0" cy="0"/>
          <a:chOff x="0" y="0"/>
          <a:chExt cx="0" cy="0"/>
        </a:xfrm>
      </p:grpSpPr>
      <p:sp>
        <p:nvSpPr>
          <p:cNvPr id="527" name="Google Shape;527;p4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8" name="Shape 528"/>
        <p:cNvGrpSpPr/>
        <p:nvPr/>
      </p:nvGrpSpPr>
      <p:grpSpPr>
        <a:xfrm>
          <a:off x="0" y="0"/>
          <a:ext cx="0" cy="0"/>
          <a:chOff x="0" y="0"/>
          <a:chExt cx="0" cy="0"/>
        </a:xfrm>
      </p:grpSpPr>
      <p:sp>
        <p:nvSpPr>
          <p:cNvPr id="529" name="Google Shape;529;p50"/>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0" name="Google Shape;530;p50"/>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1" name="Shape 531"/>
        <p:cNvGrpSpPr/>
        <p:nvPr/>
      </p:nvGrpSpPr>
      <p:grpSpPr>
        <a:xfrm>
          <a:off x="0" y="0"/>
          <a:ext cx="0" cy="0"/>
          <a:chOff x="0" y="0"/>
          <a:chExt cx="0" cy="0"/>
        </a:xfrm>
      </p:grpSpPr>
      <p:sp>
        <p:nvSpPr>
          <p:cNvPr id="532" name="Google Shape;532;p51"/>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3" name="Shape 533"/>
        <p:cNvGrpSpPr/>
        <p:nvPr/>
      </p:nvGrpSpPr>
      <p:grpSpPr>
        <a:xfrm>
          <a:off x="0" y="0"/>
          <a:ext cx="0" cy="0"/>
          <a:chOff x="0" y="0"/>
          <a:chExt cx="0" cy="0"/>
        </a:xfrm>
      </p:grpSpPr>
      <p:sp>
        <p:nvSpPr>
          <p:cNvPr id="534" name="Google Shape;534;p52"/>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5" name="Google Shape;535;p52"/>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36" name="Google Shape;536;p52"/>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7" name="Shape 537"/>
        <p:cNvGrpSpPr/>
        <p:nvPr/>
      </p:nvGrpSpPr>
      <p:grpSpPr>
        <a:xfrm>
          <a:off x="0" y="0"/>
          <a:ext cx="0" cy="0"/>
          <a:chOff x="0" y="0"/>
          <a:chExt cx="0" cy="0"/>
        </a:xfrm>
      </p:grpSpPr>
      <p:sp>
        <p:nvSpPr>
          <p:cNvPr id="538" name="Google Shape;538;p53"/>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100"/>
              <a:buNone/>
              <a:defRPr/>
            </a:lvl1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9" name="Shape 539"/>
        <p:cNvGrpSpPr/>
        <p:nvPr/>
      </p:nvGrpSpPr>
      <p:grpSpPr>
        <a:xfrm>
          <a:off x="0" y="0"/>
          <a:ext cx="0" cy="0"/>
          <a:chOff x="0" y="0"/>
          <a:chExt cx="0" cy="0"/>
        </a:xfrm>
      </p:grpSpPr>
      <p:sp>
        <p:nvSpPr>
          <p:cNvPr id="540" name="Google Shape;540;p54"/>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1" name="Google Shape;541;p54"/>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8450" lvl="0" marL="457200" algn="ctr">
              <a:spcBef>
                <a:spcPts val="0"/>
              </a:spcBef>
              <a:spcAft>
                <a:spcPts val="0"/>
              </a:spcAft>
              <a:buSzPts val="1100"/>
              <a:buChar char="●"/>
              <a:defRPr/>
            </a:lvl1pPr>
            <a:lvl2pPr indent="-298450" lvl="1" marL="914400" algn="ctr">
              <a:spcBef>
                <a:spcPts val="1000"/>
              </a:spcBef>
              <a:spcAft>
                <a:spcPts val="0"/>
              </a:spcAft>
              <a:buSzPts val="1100"/>
              <a:buChar char="○"/>
              <a:defRPr/>
            </a:lvl2pPr>
            <a:lvl3pPr indent="-298450" lvl="2" marL="1371600" algn="ctr">
              <a:spcBef>
                <a:spcPts val="1000"/>
              </a:spcBef>
              <a:spcAft>
                <a:spcPts val="0"/>
              </a:spcAft>
              <a:buSzPts val="1100"/>
              <a:buChar char="■"/>
              <a:defRPr/>
            </a:lvl3pPr>
            <a:lvl4pPr indent="-298450" lvl="3" marL="1828800" algn="ctr">
              <a:spcBef>
                <a:spcPts val="1000"/>
              </a:spcBef>
              <a:spcAft>
                <a:spcPts val="0"/>
              </a:spcAft>
              <a:buSzPts val="1100"/>
              <a:buChar char="●"/>
              <a:defRPr/>
            </a:lvl4pPr>
            <a:lvl5pPr indent="-298450" lvl="4" marL="2286000" algn="ctr">
              <a:spcBef>
                <a:spcPts val="1000"/>
              </a:spcBef>
              <a:spcAft>
                <a:spcPts val="0"/>
              </a:spcAft>
              <a:buSzPts val="1100"/>
              <a:buChar char="○"/>
              <a:defRPr/>
            </a:lvl5pPr>
            <a:lvl6pPr indent="-298450" lvl="5" marL="2743200" algn="ctr">
              <a:spcBef>
                <a:spcPts val="1000"/>
              </a:spcBef>
              <a:spcAft>
                <a:spcPts val="0"/>
              </a:spcAft>
              <a:buSzPts val="1100"/>
              <a:buChar char="■"/>
              <a:defRPr/>
            </a:lvl6pPr>
            <a:lvl7pPr indent="-298450" lvl="6" marL="3200400" algn="ctr">
              <a:spcBef>
                <a:spcPts val="1000"/>
              </a:spcBef>
              <a:spcAft>
                <a:spcPts val="0"/>
              </a:spcAft>
              <a:buSzPts val="1100"/>
              <a:buChar char="●"/>
              <a:defRPr/>
            </a:lvl7pPr>
            <a:lvl8pPr indent="-298450" lvl="7" marL="3657600" algn="ctr">
              <a:spcBef>
                <a:spcPts val="1000"/>
              </a:spcBef>
              <a:spcAft>
                <a:spcPts val="0"/>
              </a:spcAft>
              <a:buSzPts val="1100"/>
              <a:buChar char="○"/>
              <a:defRPr/>
            </a:lvl8pPr>
            <a:lvl9pPr indent="-298450" lvl="8" marL="4114800" algn="ctr">
              <a:spcBef>
                <a:spcPts val="1000"/>
              </a:spcBef>
              <a:spcAft>
                <a:spcPts val="1000"/>
              </a:spcAft>
              <a:buSzPts val="11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2" name="Shape 542"/>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3" name="Shape 543"/>
        <p:cNvGrpSpPr/>
        <p:nvPr/>
      </p:nvGrpSpPr>
      <p:grpSpPr>
        <a:xfrm>
          <a:off x="0" y="0"/>
          <a:ext cx="0" cy="0"/>
          <a:chOff x="0" y="0"/>
          <a:chExt cx="0" cy="0"/>
        </a:xfrm>
      </p:grpSpPr>
      <p:sp>
        <p:nvSpPr>
          <p:cNvPr id="544" name="Google Shape;544;p56"/>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45" name="Google Shape;545;p5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6" name="Google Shape;546;p5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7" name="Google Shape;547;p5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8" name="Google Shape;548;p5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9" name="Google Shape;549;p5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0" name="Google Shape;550;p5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1" name="Shape 551"/>
        <p:cNvGrpSpPr/>
        <p:nvPr/>
      </p:nvGrpSpPr>
      <p:grpSpPr>
        <a:xfrm>
          <a:off x="0" y="0"/>
          <a:ext cx="0" cy="0"/>
          <a:chOff x="0" y="0"/>
          <a:chExt cx="0" cy="0"/>
        </a:xfrm>
      </p:grpSpPr>
      <p:sp>
        <p:nvSpPr>
          <p:cNvPr id="552" name="Google Shape;552;p5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53" name="Google Shape;553;p57"/>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54" name="Google Shape;554;p5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55" name="Shape 555"/>
        <p:cNvGrpSpPr/>
        <p:nvPr/>
      </p:nvGrpSpPr>
      <p:grpSpPr>
        <a:xfrm>
          <a:off x="0" y="0"/>
          <a:ext cx="0" cy="0"/>
          <a:chOff x="0" y="0"/>
          <a:chExt cx="0" cy="0"/>
        </a:xfrm>
      </p:grpSpPr>
      <p:sp>
        <p:nvSpPr>
          <p:cNvPr id="556" name="Google Shape;556;p58"/>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7" name="Google Shape;557;p58"/>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58" name="Google Shape;558;p58"/>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59" name="Google Shape;559;p5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0" name="Google Shape;560;p5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1" name="Shape 561"/>
        <p:cNvGrpSpPr/>
        <p:nvPr/>
      </p:nvGrpSpPr>
      <p:grpSpPr>
        <a:xfrm>
          <a:off x="0" y="0"/>
          <a:ext cx="0" cy="0"/>
          <a:chOff x="0" y="0"/>
          <a:chExt cx="0" cy="0"/>
        </a:xfrm>
      </p:grpSpPr>
      <p:sp>
        <p:nvSpPr>
          <p:cNvPr id="562" name="Google Shape;562;p59"/>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63" name="Google Shape;563;p59"/>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64" name="Google Shape;564;p59"/>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5" name="Google Shape;565;p59"/>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6" name="Google Shape;566;p59"/>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7" name="Google Shape;567;p59"/>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8" name="Google Shape;568;p59"/>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69" name="Shape 569"/>
        <p:cNvGrpSpPr/>
        <p:nvPr/>
      </p:nvGrpSpPr>
      <p:grpSpPr>
        <a:xfrm>
          <a:off x="0" y="0"/>
          <a:ext cx="0" cy="0"/>
          <a:chOff x="0" y="0"/>
          <a:chExt cx="0" cy="0"/>
        </a:xfrm>
      </p:grpSpPr>
      <p:sp>
        <p:nvSpPr>
          <p:cNvPr id="570" name="Google Shape;570;p60"/>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1" name="Google Shape;571;p60"/>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2" name="Google Shape;572;p60"/>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3" name="Google Shape;573;p60"/>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74" name="Google Shape;574;p60"/>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5" name="Google Shape;575;p6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6" name="Google Shape;576;p6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7" name="Google Shape;577;p6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8" name="Google Shape;578;p6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79" name="Shape 579"/>
        <p:cNvGrpSpPr/>
        <p:nvPr/>
      </p:nvGrpSpPr>
      <p:grpSpPr>
        <a:xfrm>
          <a:off x="0" y="0"/>
          <a:ext cx="0" cy="0"/>
          <a:chOff x="0" y="0"/>
          <a:chExt cx="0" cy="0"/>
        </a:xfrm>
      </p:grpSpPr>
      <p:sp>
        <p:nvSpPr>
          <p:cNvPr id="580" name="Google Shape;580;p6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1" name="Google Shape;581;p6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2" name="Shape 582"/>
        <p:cNvGrpSpPr/>
        <p:nvPr/>
      </p:nvGrpSpPr>
      <p:grpSpPr>
        <a:xfrm>
          <a:off x="0" y="0"/>
          <a:ext cx="0" cy="0"/>
          <a:chOff x="0" y="0"/>
          <a:chExt cx="0" cy="0"/>
        </a:xfrm>
      </p:grpSpPr>
      <p:sp>
        <p:nvSpPr>
          <p:cNvPr id="583" name="Google Shape;583;p62"/>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84" name="Google Shape;584;p62"/>
          <p:cNvSpPr/>
          <p:nvPr>
            <p:ph idx="2" type="pic"/>
          </p:nvPr>
        </p:nvSpPr>
        <p:spPr>
          <a:xfrm>
            <a:off x="4804825" y="1133300"/>
            <a:ext cx="4027500" cy="2392800"/>
          </a:xfrm>
          <a:prstGeom prst="rect">
            <a:avLst/>
          </a:prstGeom>
          <a:noFill/>
          <a:ln>
            <a:noFill/>
          </a:ln>
        </p:spPr>
      </p:sp>
      <p:sp>
        <p:nvSpPr>
          <p:cNvPr id="585" name="Google Shape;585;p62"/>
          <p:cNvSpPr/>
          <p:nvPr>
            <p:ph idx="3" type="pic"/>
          </p:nvPr>
        </p:nvSpPr>
        <p:spPr>
          <a:xfrm>
            <a:off x="311725" y="1133300"/>
            <a:ext cx="4027500" cy="2392800"/>
          </a:xfrm>
          <a:prstGeom prst="rect">
            <a:avLst/>
          </a:prstGeom>
          <a:noFill/>
          <a:ln>
            <a:noFill/>
          </a:ln>
        </p:spPr>
      </p:sp>
      <p:sp>
        <p:nvSpPr>
          <p:cNvPr id="586" name="Google Shape;586;p62"/>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87" name="Google Shape;587;p6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8" name="Google Shape;588;p6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89" name="Google Shape;589;p6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90" name="Shape 590"/>
        <p:cNvGrpSpPr/>
        <p:nvPr/>
      </p:nvGrpSpPr>
      <p:grpSpPr>
        <a:xfrm>
          <a:off x="0" y="0"/>
          <a:ext cx="0" cy="0"/>
          <a:chOff x="0" y="0"/>
          <a:chExt cx="0" cy="0"/>
        </a:xfrm>
      </p:grpSpPr>
      <p:sp>
        <p:nvSpPr>
          <p:cNvPr id="591" name="Google Shape;591;p63"/>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92" name="Google Shape;592;p63"/>
          <p:cNvSpPr/>
          <p:nvPr>
            <p:ph idx="2" type="pic"/>
          </p:nvPr>
        </p:nvSpPr>
        <p:spPr>
          <a:xfrm>
            <a:off x="6205225" y="1128325"/>
            <a:ext cx="2627100" cy="2273100"/>
          </a:xfrm>
          <a:prstGeom prst="rect">
            <a:avLst/>
          </a:prstGeom>
          <a:noFill/>
          <a:ln>
            <a:noFill/>
          </a:ln>
        </p:spPr>
      </p:sp>
      <p:sp>
        <p:nvSpPr>
          <p:cNvPr id="593" name="Google Shape;593;p63"/>
          <p:cNvSpPr/>
          <p:nvPr>
            <p:ph idx="3" type="pic"/>
          </p:nvPr>
        </p:nvSpPr>
        <p:spPr>
          <a:xfrm>
            <a:off x="311725" y="1128325"/>
            <a:ext cx="2627100" cy="2273100"/>
          </a:xfrm>
          <a:prstGeom prst="rect">
            <a:avLst/>
          </a:prstGeom>
          <a:noFill/>
          <a:ln>
            <a:noFill/>
          </a:ln>
        </p:spPr>
      </p:sp>
      <p:sp>
        <p:nvSpPr>
          <p:cNvPr id="594" name="Google Shape;594;p63"/>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95" name="Google Shape;595;p63"/>
          <p:cNvSpPr/>
          <p:nvPr>
            <p:ph idx="5" type="pic"/>
          </p:nvPr>
        </p:nvSpPr>
        <p:spPr>
          <a:xfrm>
            <a:off x="3255250" y="1128325"/>
            <a:ext cx="2627100" cy="2273100"/>
          </a:xfrm>
          <a:prstGeom prst="rect">
            <a:avLst/>
          </a:prstGeom>
          <a:noFill/>
          <a:ln>
            <a:noFill/>
          </a:ln>
        </p:spPr>
      </p:sp>
      <p:sp>
        <p:nvSpPr>
          <p:cNvPr id="596" name="Google Shape;596;p63"/>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97" name="Google Shape;597;p6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98" name="Google Shape;598;p6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99" name="Google Shape;599;p6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0" name="Google Shape;600;p6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1" name="Shape 601"/>
        <p:cNvGrpSpPr/>
        <p:nvPr/>
      </p:nvGrpSpPr>
      <p:grpSpPr>
        <a:xfrm>
          <a:off x="0" y="0"/>
          <a:ext cx="0" cy="0"/>
          <a:chOff x="0" y="0"/>
          <a:chExt cx="0" cy="0"/>
        </a:xfrm>
      </p:grpSpPr>
      <p:sp>
        <p:nvSpPr>
          <p:cNvPr id="602" name="Google Shape;602;p6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03" name="Shape 603"/>
        <p:cNvGrpSpPr/>
        <p:nvPr/>
      </p:nvGrpSpPr>
      <p:grpSpPr>
        <a:xfrm>
          <a:off x="0" y="0"/>
          <a:ext cx="0" cy="0"/>
          <a:chOff x="0" y="0"/>
          <a:chExt cx="0" cy="0"/>
        </a:xfrm>
      </p:grpSpPr>
      <p:sp>
        <p:nvSpPr>
          <p:cNvPr id="604" name="Google Shape;604;p65"/>
          <p:cNvSpPr/>
          <p:nvPr>
            <p:ph idx="2" type="pic"/>
          </p:nvPr>
        </p:nvSpPr>
        <p:spPr>
          <a:xfrm>
            <a:off x="3389600" y="118913"/>
            <a:ext cx="1643700" cy="1535100"/>
          </a:xfrm>
          <a:prstGeom prst="rect">
            <a:avLst/>
          </a:prstGeom>
          <a:noFill/>
          <a:ln>
            <a:noFill/>
          </a:ln>
        </p:spPr>
      </p:sp>
      <p:sp>
        <p:nvSpPr>
          <p:cNvPr id="605" name="Google Shape;605;p65"/>
          <p:cNvSpPr/>
          <p:nvPr>
            <p:ph idx="3" type="pic"/>
          </p:nvPr>
        </p:nvSpPr>
        <p:spPr>
          <a:xfrm>
            <a:off x="5195935" y="118913"/>
            <a:ext cx="1643700" cy="1535100"/>
          </a:xfrm>
          <a:prstGeom prst="rect">
            <a:avLst/>
          </a:prstGeom>
          <a:noFill/>
          <a:ln>
            <a:noFill/>
          </a:ln>
        </p:spPr>
      </p:sp>
      <p:sp>
        <p:nvSpPr>
          <p:cNvPr id="606" name="Google Shape;606;p65"/>
          <p:cNvSpPr/>
          <p:nvPr>
            <p:ph idx="4" type="pic"/>
          </p:nvPr>
        </p:nvSpPr>
        <p:spPr>
          <a:xfrm>
            <a:off x="7002270" y="118913"/>
            <a:ext cx="1643700" cy="1535100"/>
          </a:xfrm>
          <a:prstGeom prst="rect">
            <a:avLst/>
          </a:prstGeom>
          <a:noFill/>
          <a:ln>
            <a:noFill/>
          </a:ln>
        </p:spPr>
      </p:sp>
      <p:sp>
        <p:nvSpPr>
          <p:cNvPr id="607" name="Google Shape;607;p65"/>
          <p:cNvSpPr/>
          <p:nvPr>
            <p:ph idx="5" type="pic"/>
          </p:nvPr>
        </p:nvSpPr>
        <p:spPr>
          <a:xfrm>
            <a:off x="3389588" y="1804212"/>
            <a:ext cx="1643700" cy="1535100"/>
          </a:xfrm>
          <a:prstGeom prst="rect">
            <a:avLst/>
          </a:prstGeom>
          <a:noFill/>
          <a:ln>
            <a:noFill/>
          </a:ln>
        </p:spPr>
      </p:sp>
      <p:sp>
        <p:nvSpPr>
          <p:cNvPr id="608" name="Google Shape;608;p65"/>
          <p:cNvSpPr/>
          <p:nvPr>
            <p:ph idx="6" type="pic"/>
          </p:nvPr>
        </p:nvSpPr>
        <p:spPr>
          <a:xfrm>
            <a:off x="5195922" y="1804212"/>
            <a:ext cx="1643700" cy="1535100"/>
          </a:xfrm>
          <a:prstGeom prst="rect">
            <a:avLst/>
          </a:prstGeom>
          <a:noFill/>
          <a:ln>
            <a:noFill/>
          </a:ln>
        </p:spPr>
      </p:sp>
      <p:sp>
        <p:nvSpPr>
          <p:cNvPr id="609" name="Google Shape;609;p65"/>
          <p:cNvSpPr/>
          <p:nvPr>
            <p:ph idx="7" type="pic"/>
          </p:nvPr>
        </p:nvSpPr>
        <p:spPr>
          <a:xfrm>
            <a:off x="7002257" y="1804212"/>
            <a:ext cx="1643700" cy="1535100"/>
          </a:xfrm>
          <a:prstGeom prst="rect">
            <a:avLst/>
          </a:prstGeom>
          <a:noFill/>
          <a:ln>
            <a:noFill/>
          </a:ln>
        </p:spPr>
      </p:sp>
      <p:sp>
        <p:nvSpPr>
          <p:cNvPr id="610" name="Google Shape;610;p65"/>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11" name="Google Shape;611;p65"/>
          <p:cNvSpPr/>
          <p:nvPr>
            <p:ph idx="8" type="pic"/>
          </p:nvPr>
        </p:nvSpPr>
        <p:spPr>
          <a:xfrm>
            <a:off x="3389588" y="3489487"/>
            <a:ext cx="1643700" cy="1535100"/>
          </a:xfrm>
          <a:prstGeom prst="rect">
            <a:avLst/>
          </a:prstGeom>
          <a:noFill/>
          <a:ln>
            <a:noFill/>
          </a:ln>
        </p:spPr>
      </p:sp>
      <p:sp>
        <p:nvSpPr>
          <p:cNvPr id="612" name="Google Shape;612;p65"/>
          <p:cNvSpPr/>
          <p:nvPr>
            <p:ph idx="9" type="pic"/>
          </p:nvPr>
        </p:nvSpPr>
        <p:spPr>
          <a:xfrm>
            <a:off x="5195922" y="3489487"/>
            <a:ext cx="1643700" cy="1535100"/>
          </a:xfrm>
          <a:prstGeom prst="rect">
            <a:avLst/>
          </a:prstGeom>
          <a:noFill/>
          <a:ln>
            <a:noFill/>
          </a:ln>
        </p:spPr>
      </p:sp>
      <p:sp>
        <p:nvSpPr>
          <p:cNvPr id="613" name="Google Shape;613;p6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theme" Target="../theme/theme3.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700" y="1782325"/>
            <a:ext cx="6153900" cy="2901300"/>
          </a:xfrm>
          <a:prstGeom prst="rect">
            <a:avLst/>
          </a:prstGeom>
          <a:noFill/>
          <a:ln>
            <a:noFill/>
          </a:ln>
        </p:spPr>
        <p:txBody>
          <a:bodyPr anchorCtr="0" anchor="t" bIns="0" lIns="0" spcFirstLastPara="1" rIns="91425" wrap="square" tIns="0">
            <a:noAutofit/>
          </a:bodyPr>
          <a:lstStyle>
            <a:lvl1pPr indent="-298450" lvl="0" marL="457200">
              <a:lnSpc>
                <a:spcPct val="150000"/>
              </a:lnSpc>
              <a:spcBef>
                <a:spcPts val="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1pPr>
            <a:lvl2pPr indent="-298450" lvl="1" marL="914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2pPr>
            <a:lvl3pPr indent="-298450" lvl="2" marL="1371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3pPr>
            <a:lvl4pPr indent="-298450" lvl="3" marL="18288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4pPr>
            <a:lvl5pPr indent="-298450" lvl="4" marL="22860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5pPr>
            <a:lvl6pPr indent="-298450" lvl="5" marL="27432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6pPr>
            <a:lvl7pPr indent="-298450" lvl="6" marL="3200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7pPr>
            <a:lvl8pPr indent="-298450" lvl="7" marL="3657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8pPr>
            <a:lvl9pPr indent="-298450" lvl="8" marL="4114800">
              <a:lnSpc>
                <a:spcPct val="150000"/>
              </a:lnSpc>
              <a:spcBef>
                <a:spcPts val="1000"/>
              </a:spcBef>
              <a:spcAft>
                <a:spcPts val="1000"/>
              </a:spcAft>
              <a:buClr>
                <a:schemeClr val="lt1"/>
              </a:buClr>
              <a:buSzPts val="1100"/>
              <a:buFont typeface="Urbanist"/>
              <a:buChar char="■"/>
              <a:defRPr sz="11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83475" y="459250"/>
            <a:ext cx="8575800" cy="655500"/>
          </a:xfrm>
          <a:prstGeom prst="rect">
            <a:avLst/>
          </a:prstGeom>
          <a:noFill/>
          <a:ln>
            <a:noFill/>
          </a:ln>
        </p:spPr>
        <p:txBody>
          <a:bodyPr anchorCtr="0" anchor="t" bIns="0" lIns="0" spcFirstLastPara="1" rIns="91425" wrap="square" tIns="0">
            <a:noAutofit/>
          </a:bodyPr>
          <a:lstStyle>
            <a:lvl1pPr lvl="0">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6"/>
          <p:cNvSpPr txBox="1"/>
          <p:nvPr>
            <p:ph type="title"/>
          </p:nvPr>
        </p:nvSpPr>
        <p:spPr>
          <a:xfrm>
            <a:off x="3368700" y="1106000"/>
            <a:ext cx="5490600" cy="1354500"/>
          </a:xfrm>
          <a:prstGeom prst="rect">
            <a:avLst/>
          </a:prstGeom>
          <a:ln cap="flat" cmpd="sng" w="9525">
            <a:solidFill>
              <a:schemeClr val="dk1"/>
            </a:solidFill>
            <a:prstDash val="solid"/>
            <a:round/>
            <a:headEnd len="sm" w="sm" type="none"/>
            <a:tailEnd len="sm" w="sm" type="none"/>
          </a:ln>
        </p:spPr>
        <p:txBody>
          <a:bodyPr anchorCtr="0" anchor="ctr" bIns="0" lIns="0" spcFirstLastPara="1" rIns="91425" wrap="square" tIns="0">
            <a:spAutoFit/>
          </a:bodyPr>
          <a:lstStyle/>
          <a:p>
            <a:pPr indent="0" lvl="0" marL="0" rtl="0" algn="l">
              <a:lnSpc>
                <a:spcPct val="100000"/>
              </a:lnSpc>
              <a:spcBef>
                <a:spcPts val="0"/>
              </a:spcBef>
              <a:spcAft>
                <a:spcPts val="0"/>
              </a:spcAft>
              <a:buNone/>
            </a:pPr>
            <a:r>
              <a:rPr lang="en"/>
              <a:t>Building a Working</a:t>
            </a:r>
            <a:endParaRPr/>
          </a:p>
          <a:p>
            <a:pPr indent="0" lvl="0" marL="0" rtl="0" algn="ctr">
              <a:lnSpc>
                <a:spcPct val="100000"/>
              </a:lnSpc>
              <a:spcBef>
                <a:spcPts val="0"/>
              </a:spcBef>
              <a:spcAft>
                <a:spcPts val="0"/>
              </a:spcAft>
              <a:buNone/>
            </a:pPr>
            <a:r>
              <a:rPr lang="en"/>
              <a:t>SIEM Lab</a:t>
            </a:r>
            <a:endParaRPr/>
          </a:p>
        </p:txBody>
      </p:sp>
      <p:sp>
        <p:nvSpPr>
          <p:cNvPr id="619" name="Google Shape;619;p66"/>
          <p:cNvSpPr txBox="1"/>
          <p:nvPr/>
        </p:nvSpPr>
        <p:spPr>
          <a:xfrm>
            <a:off x="4626525" y="2490675"/>
            <a:ext cx="3158700" cy="154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a:solidFill>
                  <a:srgbClr val="D9D9D9"/>
                </a:solidFill>
              </a:rPr>
              <a:t>SOC Analyst Training Project Wazuh 4.14.6</a:t>
            </a:r>
            <a:endParaRPr b="1">
              <a:solidFill>
                <a:srgbClr val="D9D9D9"/>
              </a:solidFill>
            </a:endParaRPr>
          </a:p>
          <a:p>
            <a:pPr indent="0" lvl="0" marL="0" rtl="0" algn="ctr">
              <a:lnSpc>
                <a:spcPct val="115000"/>
              </a:lnSpc>
              <a:spcBef>
                <a:spcPts val="1200"/>
              </a:spcBef>
              <a:spcAft>
                <a:spcPts val="0"/>
              </a:spcAft>
              <a:buNone/>
            </a:pPr>
            <a:r>
              <a:rPr b="1" lang="en" sz="1100">
                <a:solidFill>
                  <a:srgbClr val="D9D9D9"/>
                </a:solidFill>
              </a:rPr>
              <a:t>Presented by:</a:t>
            </a:r>
            <a:br>
              <a:rPr b="1" lang="en" sz="1100">
                <a:solidFill>
                  <a:srgbClr val="D9D9D9"/>
                </a:solidFill>
              </a:rPr>
            </a:br>
            <a:r>
              <a:rPr lang="en" sz="1100">
                <a:solidFill>
                  <a:srgbClr val="D9D9D9"/>
                </a:solidFill>
              </a:rPr>
              <a:t> </a:t>
            </a:r>
            <a:r>
              <a:rPr b="1" lang="en" sz="1100">
                <a:solidFill>
                  <a:srgbClr val="D9D9D9"/>
                </a:solidFill>
              </a:rPr>
              <a:t>Tife</a:t>
            </a:r>
            <a:endParaRPr b="1" sz="1100">
              <a:solidFill>
                <a:srgbClr val="D9D9D9"/>
              </a:solidFill>
            </a:endParaRPr>
          </a:p>
          <a:p>
            <a:pPr indent="0" lvl="0" marL="0" rtl="0" algn="ctr">
              <a:lnSpc>
                <a:spcPct val="115000"/>
              </a:lnSpc>
              <a:spcBef>
                <a:spcPts val="1200"/>
              </a:spcBef>
              <a:spcAft>
                <a:spcPts val="1200"/>
              </a:spcAft>
              <a:buNone/>
            </a:pPr>
            <a:r>
              <a:rPr lang="en" sz="1100">
                <a:solidFill>
                  <a:srgbClr val="D9D9D9"/>
                </a:solidFill>
              </a:rPr>
              <a:t>Date: July, 2026.</a:t>
            </a:r>
            <a:endParaRPr sz="1100">
              <a:solidFill>
                <a:srgbClr val="D9D9D9"/>
              </a:solidFill>
              <a:latin typeface="Urbanist"/>
              <a:ea typeface="Urbanist"/>
              <a:cs typeface="Urbanist"/>
              <a:sym typeface="Urbanis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7"/>
          <p:cNvSpPr/>
          <p:nvPr/>
        </p:nvSpPr>
        <p:spPr>
          <a:xfrm>
            <a:off x="1415101" y="452638"/>
            <a:ext cx="7296300" cy="48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2400"/>
              <a:buFont typeface="Arial"/>
              <a:buNone/>
            </a:pPr>
            <a:r>
              <a:rPr b="1" i="0" lang="en" sz="2400" u="none" cap="none" strike="noStrike">
                <a:solidFill>
                  <a:srgbClr val="3C78D8"/>
                </a:solidFill>
                <a:latin typeface="Arial"/>
                <a:ea typeface="Arial"/>
                <a:cs typeface="Arial"/>
                <a:sym typeface="Arial"/>
              </a:rPr>
              <a:t>Objective</a:t>
            </a:r>
            <a:endParaRPr b="0" i="0" sz="2400" u="none" cap="none" strike="noStrike">
              <a:solidFill>
                <a:srgbClr val="3C78D8"/>
              </a:solidFill>
              <a:latin typeface="Calibri"/>
              <a:ea typeface="Calibri"/>
              <a:cs typeface="Calibri"/>
              <a:sym typeface="Calibri"/>
            </a:endParaRPr>
          </a:p>
        </p:txBody>
      </p:sp>
      <p:sp>
        <p:nvSpPr>
          <p:cNvPr id="625" name="Google Shape;625;p67"/>
          <p:cNvSpPr/>
          <p:nvPr/>
        </p:nvSpPr>
        <p:spPr>
          <a:xfrm>
            <a:off x="1415201" y="898413"/>
            <a:ext cx="72963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6B6B"/>
              </a:buClr>
              <a:buSzPts val="1200"/>
              <a:buFont typeface="Arial"/>
              <a:buNone/>
            </a:pPr>
            <a:r>
              <a:rPr b="0" i="1" lang="en" sz="1200" u="none" cap="none" strike="noStrike">
                <a:solidFill>
                  <a:schemeClr val="lt1"/>
                </a:solidFill>
                <a:latin typeface="Arial"/>
                <a:ea typeface="Arial"/>
                <a:cs typeface="Arial"/>
                <a:sym typeface="Arial"/>
              </a:rPr>
              <a:t>What I set out to build, and why it matters</a:t>
            </a:r>
            <a:endParaRPr b="0" i="0" sz="1200" u="none" cap="none" strike="noStrike">
              <a:solidFill>
                <a:schemeClr val="lt1"/>
              </a:solidFill>
              <a:latin typeface="Calibri"/>
              <a:ea typeface="Calibri"/>
              <a:cs typeface="Calibri"/>
              <a:sym typeface="Calibri"/>
            </a:endParaRPr>
          </a:p>
        </p:txBody>
      </p:sp>
      <p:sp>
        <p:nvSpPr>
          <p:cNvPr id="626" name="Google Shape;626;p67"/>
          <p:cNvSpPr/>
          <p:nvPr/>
        </p:nvSpPr>
        <p:spPr>
          <a:xfrm>
            <a:off x="1415200" y="1412763"/>
            <a:ext cx="4376400" cy="308610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Build a working SIEM ingesting logs from 3+ sources</a:t>
            </a:r>
            <a:endParaRPr b="0" i="0" sz="1400" u="none" cap="none" strike="noStrike">
              <a:solidFill>
                <a:schemeClr val="lt1"/>
              </a:solidFill>
              <a:latin typeface="Calibri"/>
              <a:ea typeface="Calibri"/>
              <a:cs typeface="Calibri"/>
              <a:sym typeface="Calibri"/>
            </a:endParaRPr>
          </a:p>
          <a:p>
            <a:pPr indent="-254000" lvl="0" marL="254000" marR="0" rtl="0" algn="l">
              <a:spcBef>
                <a:spcPts val="90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Give a SOC analyst real visibility through 3+ live dashboards</a:t>
            </a:r>
            <a:endParaRPr b="0" i="0" sz="1400" u="none" cap="none" strike="noStrike">
              <a:solidFill>
                <a:schemeClr val="lt1"/>
              </a:solidFill>
              <a:latin typeface="Calibri"/>
              <a:ea typeface="Calibri"/>
              <a:cs typeface="Calibri"/>
              <a:sym typeface="Calibri"/>
            </a:endParaRPr>
          </a:p>
          <a:p>
            <a:pPr indent="-254000" lvl="0" marL="254000" marR="0" rtl="0" algn="l">
              <a:spcBef>
                <a:spcPts val="90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Detect suspicious activity with 2+ custom correlation rules</a:t>
            </a:r>
            <a:endParaRPr b="0" i="0" sz="1400" u="none" cap="none" strike="noStrike">
              <a:solidFill>
                <a:schemeClr val="lt1"/>
              </a:solidFill>
              <a:latin typeface="Calibri"/>
              <a:ea typeface="Calibri"/>
              <a:cs typeface="Calibri"/>
              <a:sym typeface="Calibri"/>
            </a:endParaRPr>
          </a:p>
          <a:p>
            <a:pPr indent="-254000" lvl="0" marL="254000" marR="0" rtl="0" algn="l">
              <a:spcBef>
                <a:spcPts val="90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Do it all on a single resource-constrained laptop no cloud budget, no lab hardware</a:t>
            </a:r>
            <a:endParaRPr b="0" i="0" sz="1400" u="none" cap="none" strike="noStrike">
              <a:solidFill>
                <a:schemeClr val="lt1"/>
              </a:solidFill>
              <a:latin typeface="Calibri"/>
              <a:ea typeface="Calibri"/>
              <a:cs typeface="Calibri"/>
              <a:sym typeface="Calibri"/>
            </a:endParaRPr>
          </a:p>
        </p:txBody>
      </p:sp>
      <p:sp>
        <p:nvSpPr>
          <p:cNvPr id="627" name="Google Shape;627;p67"/>
          <p:cNvSpPr/>
          <p:nvPr/>
        </p:nvSpPr>
        <p:spPr>
          <a:xfrm>
            <a:off x="6016104" y="1315165"/>
            <a:ext cx="2949000" cy="2949000"/>
          </a:xfrm>
          <a:prstGeom prst="roundRect">
            <a:avLst>
              <a:gd fmla="val 2326" name="adj"/>
            </a:avLst>
          </a:prstGeom>
          <a:solidFill>
            <a:srgbClr val="DCE6F1"/>
          </a:solidFill>
          <a:ln cap="flat" cmpd="sng" w="12700">
            <a:solidFill>
              <a:srgbClr val="2E5C8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lt1"/>
              </a:solidFill>
            </a:endParaRPr>
          </a:p>
        </p:txBody>
      </p:sp>
      <p:sp>
        <p:nvSpPr>
          <p:cNvPr id="628" name="Google Shape;628;p67"/>
          <p:cNvSpPr/>
          <p:nvPr/>
        </p:nvSpPr>
        <p:spPr>
          <a:xfrm>
            <a:off x="6158274" y="1452325"/>
            <a:ext cx="2606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1100"/>
              <a:buFont typeface="Arial"/>
              <a:buNone/>
            </a:pPr>
            <a:r>
              <a:rPr b="1" i="0" lang="en" sz="1100" u="none" cap="none" strike="noStrike">
                <a:solidFill>
                  <a:schemeClr val="dk1"/>
                </a:solidFill>
                <a:latin typeface="Arial"/>
                <a:ea typeface="Arial"/>
                <a:cs typeface="Arial"/>
                <a:sym typeface="Arial"/>
              </a:rPr>
              <a:t>Why it matters</a:t>
            </a:r>
            <a:endParaRPr b="0" i="0" sz="1100" u="none" cap="none" strike="noStrike">
              <a:solidFill>
                <a:schemeClr val="dk1"/>
              </a:solidFill>
              <a:latin typeface="Calibri"/>
              <a:ea typeface="Calibri"/>
              <a:cs typeface="Calibri"/>
              <a:sym typeface="Calibri"/>
            </a:endParaRPr>
          </a:p>
        </p:txBody>
      </p:sp>
      <p:sp>
        <p:nvSpPr>
          <p:cNvPr id="629" name="Google Shape;629;p67"/>
          <p:cNvSpPr/>
          <p:nvPr/>
        </p:nvSpPr>
        <p:spPr>
          <a:xfrm>
            <a:off x="6158274" y="1760935"/>
            <a:ext cx="2606100" cy="2331600"/>
          </a:xfrm>
          <a:prstGeom prst="rect">
            <a:avLst/>
          </a:prstGeom>
          <a:noFill/>
          <a:ln>
            <a:noFill/>
          </a:ln>
        </p:spPr>
        <p:txBody>
          <a:bodyPr anchorCtr="0" anchor="t" bIns="34275" lIns="68575" spcFirstLastPara="1" rIns="68575" wrap="square" tIns="34275">
            <a:noAutofit/>
          </a:bodyPr>
          <a:lstStyle/>
          <a:p>
            <a:pPr indent="0" lvl="0" marL="0" marR="0" rtl="0" algn="l">
              <a:lnSpc>
                <a:spcPct val="150000"/>
              </a:lnSpc>
              <a:spcBef>
                <a:spcPts val="0"/>
              </a:spcBef>
              <a:spcAft>
                <a:spcPts val="0"/>
              </a:spcAft>
              <a:buClr>
                <a:srgbClr val="333333"/>
              </a:buClr>
              <a:buSzPts val="1000"/>
              <a:buFont typeface="Arial"/>
              <a:buNone/>
            </a:pPr>
            <a:r>
              <a:rPr lang="en" sz="1000">
                <a:solidFill>
                  <a:schemeClr val="dk1"/>
                </a:solidFill>
              </a:rPr>
              <a:t>This project demonstrates how a SOC analyst monitors an organization's systems. I collected logs from different devices, organized them in Wazuh, created dashboards to monitor important activities, and built detection rules to identify suspicious behavior such as repeated failed logins. This shows how security teams use SIEM tools to detect and investigate potential threats.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8"/>
          <p:cNvSpPr txBox="1"/>
          <p:nvPr>
            <p:ph type="title"/>
          </p:nvPr>
        </p:nvSpPr>
        <p:spPr>
          <a:xfrm>
            <a:off x="91125" y="1222200"/>
            <a:ext cx="3145500" cy="1117500"/>
          </a:xfrm>
          <a:prstGeom prst="rect">
            <a:avLst/>
          </a:prstGeom>
        </p:spPr>
        <p:txBody>
          <a:bodyPr anchorCtr="0" anchor="b" bIns="0" lIns="0" spcFirstLastPara="1" rIns="91425" wrap="square" tIns="91425">
            <a:spAutoFit/>
          </a:bodyPr>
          <a:lstStyle/>
          <a:p>
            <a:pPr indent="0" lvl="0" marL="0" rtl="0" algn="l">
              <a:spcBef>
                <a:spcPts val="0"/>
              </a:spcBef>
              <a:spcAft>
                <a:spcPts val="0"/>
              </a:spcAft>
              <a:buNone/>
            </a:pPr>
            <a:r>
              <a:rPr lang="en" sz="3700"/>
              <a:t>Lab Environment</a:t>
            </a:r>
            <a:endParaRPr sz="3700"/>
          </a:p>
        </p:txBody>
      </p:sp>
      <p:pic>
        <p:nvPicPr>
          <p:cNvPr id="635" name="Google Shape;635;p68" title="SOC SIEM LAB ENVIRONMENT.drawio (1).png"/>
          <p:cNvPicPr preferRelativeResize="0"/>
          <p:nvPr/>
        </p:nvPicPr>
        <p:blipFill>
          <a:blip r:embed="rId3">
            <a:alphaModFix/>
          </a:blip>
          <a:stretch>
            <a:fillRect/>
          </a:stretch>
        </p:blipFill>
        <p:spPr>
          <a:xfrm>
            <a:off x="3236625" y="0"/>
            <a:ext cx="6040874"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69"/>
          <p:cNvSpPr/>
          <p:nvPr/>
        </p:nvSpPr>
        <p:spPr>
          <a:xfrm>
            <a:off x="422843" y="864145"/>
            <a:ext cx="8298300" cy="48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2400"/>
              <a:buFont typeface="Arial"/>
              <a:buNone/>
            </a:pPr>
            <a:r>
              <a:rPr b="1" i="0" lang="en" sz="2400" u="none" cap="none" strike="noStrike">
                <a:solidFill>
                  <a:srgbClr val="3C78D8"/>
                </a:solidFill>
                <a:latin typeface="Arial"/>
                <a:ea typeface="Arial"/>
                <a:cs typeface="Arial"/>
                <a:sym typeface="Arial"/>
              </a:rPr>
              <a:t>Three Log Sources</a:t>
            </a:r>
            <a:endParaRPr b="0" i="0" sz="2400" u="none" cap="none" strike="noStrike">
              <a:solidFill>
                <a:srgbClr val="3C78D8"/>
              </a:solidFill>
              <a:latin typeface="Calibri"/>
              <a:ea typeface="Calibri"/>
              <a:cs typeface="Calibri"/>
              <a:sym typeface="Calibri"/>
            </a:endParaRPr>
          </a:p>
        </p:txBody>
      </p:sp>
      <p:sp>
        <p:nvSpPr>
          <p:cNvPr id="641" name="Google Shape;641;p69"/>
          <p:cNvSpPr/>
          <p:nvPr/>
        </p:nvSpPr>
        <p:spPr>
          <a:xfrm>
            <a:off x="422843" y="1309915"/>
            <a:ext cx="82983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6B6B"/>
              </a:buClr>
              <a:buSzPts val="1200"/>
              <a:buFont typeface="Arial"/>
              <a:buNone/>
            </a:pPr>
            <a:r>
              <a:rPr b="0" i="1" lang="en" sz="1200" u="none" cap="none" strike="noStrike">
                <a:solidFill>
                  <a:schemeClr val="lt1"/>
                </a:solidFill>
                <a:latin typeface="Arial"/>
                <a:ea typeface="Arial"/>
                <a:cs typeface="Arial"/>
                <a:sym typeface="Arial"/>
              </a:rPr>
              <a:t>Linux, Windows + Sysmon, and a simulated firewall</a:t>
            </a:r>
            <a:endParaRPr b="0" i="0" sz="1200" u="none" cap="none" strike="noStrike">
              <a:solidFill>
                <a:schemeClr val="lt1"/>
              </a:solidFill>
              <a:latin typeface="Calibri"/>
              <a:ea typeface="Calibri"/>
              <a:cs typeface="Calibri"/>
              <a:sym typeface="Calibri"/>
            </a:endParaRPr>
          </a:p>
        </p:txBody>
      </p:sp>
      <p:graphicFrame>
        <p:nvGraphicFramePr>
          <p:cNvPr id="642" name="Google Shape;642;p69"/>
          <p:cNvGraphicFramePr/>
          <p:nvPr/>
        </p:nvGraphicFramePr>
        <p:xfrm>
          <a:off x="422842" y="1892845"/>
          <a:ext cx="3000000" cy="3000000"/>
        </p:xfrm>
        <a:graphic>
          <a:graphicData uri="http://schemas.openxmlformats.org/drawingml/2006/table">
            <a:tbl>
              <a:tblPr>
                <a:noFill/>
                <a:tableStyleId>{B72E3DA6-DFA1-4F1D-8527-AA9978614AF1}</a:tableStyleId>
              </a:tblPr>
              <a:tblGrid>
                <a:gridCol w="2194550"/>
                <a:gridCol w="3771900"/>
                <a:gridCol w="2331700"/>
              </a:tblGrid>
              <a:tr h="548625">
                <a:tc>
                  <a:txBody>
                    <a:bodyPr/>
                    <a:lstStyle/>
                    <a:p>
                      <a:pPr indent="0" lvl="0" marL="0" marR="0" rtl="0" algn="l">
                        <a:spcBef>
                          <a:spcPts val="0"/>
                        </a:spcBef>
                        <a:spcAft>
                          <a:spcPts val="0"/>
                        </a:spcAft>
                        <a:buClr>
                          <a:srgbClr val="FFFFFF"/>
                        </a:buClr>
                        <a:buSzPts val="1100"/>
                        <a:buFont typeface="Arial"/>
                        <a:buNone/>
                      </a:pPr>
                      <a:r>
                        <a:rPr b="1" lang="en" sz="1100" u="none" cap="none" strike="noStrike">
                          <a:solidFill>
                            <a:schemeClr val="lt1"/>
                          </a:solidFill>
                          <a:latin typeface="Arial"/>
                          <a:ea typeface="Arial"/>
                          <a:cs typeface="Arial"/>
                          <a:sym typeface="Arial"/>
                        </a:rPr>
                        <a:t>Source</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solidFill>
                      <a:srgbClr val="2E5C8A"/>
                    </a:solidFill>
                  </a:tcPr>
                </a:tc>
                <a:tc>
                  <a:txBody>
                    <a:bodyPr/>
                    <a:lstStyle/>
                    <a:p>
                      <a:pPr indent="0" lvl="0" marL="0" marR="0" rtl="0" algn="l">
                        <a:spcBef>
                          <a:spcPts val="0"/>
                        </a:spcBef>
                        <a:spcAft>
                          <a:spcPts val="0"/>
                        </a:spcAft>
                        <a:buClr>
                          <a:srgbClr val="FFFFFF"/>
                        </a:buClr>
                        <a:buSzPts val="1100"/>
                        <a:buFont typeface="Arial"/>
                        <a:buNone/>
                      </a:pPr>
                      <a:r>
                        <a:rPr b="1" lang="en" sz="1100" u="none" cap="none" strike="noStrike">
                          <a:solidFill>
                            <a:schemeClr val="lt1"/>
                          </a:solidFill>
                          <a:latin typeface="Arial"/>
                          <a:ea typeface="Arial"/>
                          <a:cs typeface="Arial"/>
                          <a:sym typeface="Arial"/>
                        </a:rPr>
                        <a:t>What it provides</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solidFill>
                      <a:srgbClr val="2E5C8A"/>
                    </a:solidFill>
                  </a:tcPr>
                </a:tc>
                <a:tc>
                  <a:txBody>
                    <a:bodyPr/>
                    <a:lstStyle/>
                    <a:p>
                      <a:pPr indent="0" lvl="0" marL="0" marR="0" rtl="0" algn="l">
                        <a:spcBef>
                          <a:spcPts val="0"/>
                        </a:spcBef>
                        <a:spcAft>
                          <a:spcPts val="0"/>
                        </a:spcAft>
                        <a:buClr>
                          <a:srgbClr val="FFFFFF"/>
                        </a:buClr>
                        <a:buSzPts val="1100"/>
                        <a:buFont typeface="Arial"/>
                        <a:buNone/>
                      </a:pPr>
                      <a:r>
                        <a:rPr b="1" lang="en" sz="1100" u="none" cap="none" strike="noStrike">
                          <a:solidFill>
                            <a:schemeClr val="lt1"/>
                          </a:solidFill>
                          <a:latin typeface="Arial"/>
                          <a:ea typeface="Arial"/>
                          <a:cs typeface="Arial"/>
                          <a:sym typeface="Arial"/>
                        </a:rPr>
                        <a:t>Key detail</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solidFill>
                      <a:srgbClr val="2E5C8A"/>
                    </a:solidFill>
                  </a:tcPr>
                </a:tc>
              </a:tr>
              <a:tr h="548625">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Linux Endpoint</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SSH / sudo auth events via Wazuh agent</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Base for the brute-force correlation rule</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r>
              <a:tr h="548625">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Windows + Sysmon</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Process creation, parent-child chains</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SwiftOnSecurity baseline config</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r>
              <a:tr h="548625">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Simulated Firewall</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Allow/deny traffic, source/destination IPs</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100"/>
                        <a:buFont typeface="Arial"/>
                        <a:buNone/>
                      </a:pPr>
                      <a:r>
                        <a:rPr lang="en" sz="1100" u="none" cap="none" strike="noStrike">
                          <a:solidFill>
                            <a:schemeClr val="lt1"/>
                          </a:solidFill>
                          <a:latin typeface="Arial"/>
                          <a:ea typeface="Arial"/>
                          <a:cs typeface="Arial"/>
                          <a:sym typeface="Arial"/>
                        </a:rPr>
                        <a:t>Custom decoder over UDP syslog</a:t>
                      </a:r>
                      <a:endParaRPr sz="1100" u="none" cap="none" strike="noStrike">
                        <a:solidFill>
                          <a:schemeClr val="lt1"/>
                        </a:solidFill>
                        <a:latin typeface="Arial"/>
                        <a:ea typeface="Arial"/>
                        <a:cs typeface="Arial"/>
                        <a:sym typeface="Arial"/>
                      </a:endParaRPr>
                    </a:p>
                  </a:txBody>
                  <a:tcPr marT="34300" marB="34300" marR="68600" marL="68600" anchor="ctr">
                    <a:lnL cap="flat" cmpd="sng" w="12700">
                      <a:solidFill>
                        <a:srgbClr val="D9D9D9"/>
                      </a:solidFill>
                      <a:prstDash val="solid"/>
                      <a:round/>
                      <a:headEnd len="sm" w="sm" type="none"/>
                      <a:tailEnd len="sm" w="sm" type="none"/>
                    </a:lnL>
                    <a:lnR cap="flat" cmpd="sng" w="12700">
                      <a:solidFill>
                        <a:srgbClr val="D9D9D9"/>
                      </a:solidFill>
                      <a:prstDash val="solid"/>
                      <a:round/>
                      <a:headEnd len="sm" w="sm" type="none"/>
                      <a:tailEnd len="sm" w="sm" type="none"/>
                    </a:lnR>
                    <a:lnT cap="flat" cmpd="sng" w="12700">
                      <a:solidFill>
                        <a:srgbClr val="D9D9D9"/>
                      </a:solidFill>
                      <a:prstDash val="solid"/>
                      <a:round/>
                      <a:headEnd len="sm" w="sm" type="none"/>
                      <a:tailEnd len="sm" w="sm" type="none"/>
                    </a:lnT>
                    <a:lnB cap="flat" cmpd="sng" w="12700">
                      <a:solidFill>
                        <a:srgbClr val="D9D9D9"/>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70" title="Screenshot 2026-07-31 at 5.33.13 PM.png"/>
          <p:cNvPicPr preferRelativeResize="0"/>
          <p:nvPr/>
        </p:nvPicPr>
        <p:blipFill>
          <a:blip r:embed="rId3">
            <a:alphaModFix/>
          </a:blip>
          <a:stretch>
            <a:fillRect/>
          </a:stretch>
        </p:blipFill>
        <p:spPr>
          <a:xfrm>
            <a:off x="187913" y="1175825"/>
            <a:ext cx="8768174" cy="3748775"/>
          </a:xfrm>
          <a:prstGeom prst="rect">
            <a:avLst/>
          </a:prstGeom>
          <a:noFill/>
          <a:ln>
            <a:noFill/>
          </a:ln>
        </p:spPr>
      </p:pic>
      <p:sp>
        <p:nvSpPr>
          <p:cNvPr id="648" name="Google Shape;648;p70"/>
          <p:cNvSpPr/>
          <p:nvPr/>
        </p:nvSpPr>
        <p:spPr>
          <a:xfrm>
            <a:off x="199530" y="286195"/>
            <a:ext cx="8298300" cy="48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2400"/>
              <a:buFont typeface="Arial"/>
              <a:buNone/>
            </a:pPr>
            <a:r>
              <a:rPr b="1" i="0" lang="en" sz="2400" u="none" cap="none" strike="noStrike">
                <a:solidFill>
                  <a:srgbClr val="3C78D8"/>
                </a:solidFill>
                <a:latin typeface="Arial"/>
                <a:ea typeface="Arial"/>
                <a:cs typeface="Arial"/>
                <a:sym typeface="Arial"/>
              </a:rPr>
              <a:t>Dashboard: Authentication Activity</a:t>
            </a:r>
            <a:endParaRPr b="0" i="0" sz="2400" u="none" cap="none" strike="noStrike">
              <a:solidFill>
                <a:srgbClr val="3C78D8"/>
              </a:solidFill>
              <a:latin typeface="Calibri"/>
              <a:ea typeface="Calibri"/>
              <a:cs typeface="Calibri"/>
              <a:sym typeface="Calibri"/>
            </a:endParaRPr>
          </a:p>
        </p:txBody>
      </p:sp>
      <p:sp>
        <p:nvSpPr>
          <p:cNvPr id="649" name="Google Shape;649;p70"/>
          <p:cNvSpPr/>
          <p:nvPr/>
        </p:nvSpPr>
        <p:spPr>
          <a:xfrm>
            <a:off x="199530" y="731965"/>
            <a:ext cx="82983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6B6B"/>
              </a:buClr>
              <a:buSzPts val="1200"/>
              <a:buFont typeface="Arial"/>
              <a:buNone/>
            </a:pPr>
            <a:r>
              <a:rPr b="0" i="1" lang="en" sz="1200" u="none" cap="none" strike="noStrike">
                <a:solidFill>
                  <a:srgbClr val="F2F2F2"/>
                </a:solidFill>
                <a:latin typeface="Arial"/>
                <a:ea typeface="Arial"/>
                <a:cs typeface="Arial"/>
                <a:sym typeface="Arial"/>
              </a:rPr>
              <a:t>Successful vs. failed logins, and top offending accounts</a:t>
            </a:r>
            <a:endParaRPr b="0" i="0" sz="1200" u="none" cap="none" strike="noStrike">
              <a:solidFill>
                <a:srgbClr val="F2F2F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1"/>
          <p:cNvSpPr/>
          <p:nvPr/>
        </p:nvSpPr>
        <p:spPr>
          <a:xfrm>
            <a:off x="411480" y="274320"/>
            <a:ext cx="8298300" cy="48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2400"/>
              <a:buFont typeface="Arial"/>
              <a:buNone/>
            </a:pPr>
            <a:r>
              <a:rPr b="1" i="0" lang="en" sz="2400" u="none" cap="none" strike="noStrike">
                <a:solidFill>
                  <a:srgbClr val="3C78D8"/>
                </a:solidFill>
                <a:latin typeface="Arial"/>
                <a:ea typeface="Arial"/>
                <a:cs typeface="Arial"/>
                <a:sym typeface="Arial"/>
              </a:rPr>
              <a:t>Dashboard: Endpoint Process Activity</a:t>
            </a:r>
            <a:endParaRPr b="0" i="0" sz="2400" u="none" cap="none" strike="noStrike">
              <a:solidFill>
                <a:srgbClr val="3C78D8"/>
              </a:solidFill>
              <a:latin typeface="Calibri"/>
              <a:ea typeface="Calibri"/>
              <a:cs typeface="Calibri"/>
              <a:sym typeface="Calibri"/>
            </a:endParaRPr>
          </a:p>
        </p:txBody>
      </p:sp>
      <p:sp>
        <p:nvSpPr>
          <p:cNvPr id="655" name="Google Shape;655;p71"/>
          <p:cNvSpPr/>
          <p:nvPr/>
        </p:nvSpPr>
        <p:spPr>
          <a:xfrm>
            <a:off x="411480" y="720090"/>
            <a:ext cx="82983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6B6B"/>
              </a:buClr>
              <a:buSzPts val="1200"/>
              <a:buFont typeface="Arial"/>
              <a:buNone/>
            </a:pPr>
            <a:r>
              <a:rPr b="0" i="1" lang="en" sz="1200" u="none" cap="none" strike="noStrike">
                <a:solidFill>
                  <a:srgbClr val="F3F3F3"/>
                </a:solidFill>
                <a:latin typeface="Arial"/>
                <a:ea typeface="Arial"/>
                <a:cs typeface="Arial"/>
                <a:sym typeface="Arial"/>
              </a:rPr>
              <a:t>Most frequent processes, parent-child chains, live feed</a:t>
            </a:r>
            <a:endParaRPr b="0" i="0" sz="1200" u="none" cap="none" strike="noStrike">
              <a:solidFill>
                <a:srgbClr val="F3F3F3"/>
              </a:solidFill>
              <a:latin typeface="Calibri"/>
              <a:ea typeface="Calibri"/>
              <a:cs typeface="Calibri"/>
              <a:sym typeface="Calibri"/>
            </a:endParaRPr>
          </a:p>
        </p:txBody>
      </p:sp>
      <p:pic>
        <p:nvPicPr>
          <p:cNvPr id="656" name="Google Shape;656;p71" title="Screenshot 2026-07-31 at 5.33.38 PM.png"/>
          <p:cNvPicPr preferRelativeResize="0"/>
          <p:nvPr/>
        </p:nvPicPr>
        <p:blipFill>
          <a:blip r:embed="rId3">
            <a:alphaModFix/>
          </a:blip>
          <a:stretch>
            <a:fillRect/>
          </a:stretch>
        </p:blipFill>
        <p:spPr>
          <a:xfrm>
            <a:off x="411475" y="1181200"/>
            <a:ext cx="8520975" cy="38099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2"/>
          <p:cNvSpPr/>
          <p:nvPr/>
        </p:nvSpPr>
        <p:spPr>
          <a:xfrm>
            <a:off x="411480" y="274320"/>
            <a:ext cx="8298300" cy="4800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None/>
            </a:pPr>
            <a:r>
              <a:rPr b="1" lang="en" sz="2400">
                <a:solidFill>
                  <a:srgbClr val="3C78D8"/>
                </a:solidFill>
              </a:rPr>
              <a:t>Dashboard: Network Traffic Overview </a:t>
            </a:r>
            <a:endParaRPr b="1" sz="2400">
              <a:solidFill>
                <a:srgbClr val="3C78D8"/>
              </a:solidFill>
            </a:endParaRPr>
          </a:p>
        </p:txBody>
      </p:sp>
      <p:sp>
        <p:nvSpPr>
          <p:cNvPr id="662" name="Google Shape;662;p72"/>
          <p:cNvSpPr/>
          <p:nvPr/>
        </p:nvSpPr>
        <p:spPr>
          <a:xfrm>
            <a:off x="411480" y="720090"/>
            <a:ext cx="8298300" cy="3087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None/>
            </a:pPr>
            <a:r>
              <a:rPr i="1" lang="en" sz="1200">
                <a:solidFill>
                  <a:srgbClr val="F3F3F3"/>
                </a:solidFill>
              </a:rPr>
              <a:t>traffic volume over time, top talkers</a:t>
            </a:r>
            <a:endParaRPr i="1" sz="1200">
              <a:solidFill>
                <a:srgbClr val="F3F3F3"/>
              </a:solidFill>
            </a:endParaRPr>
          </a:p>
        </p:txBody>
      </p:sp>
      <p:pic>
        <p:nvPicPr>
          <p:cNvPr id="663" name="Google Shape;663;p72" title="Screenshot 2026-07-31 at 5.34.03 PM.png"/>
          <p:cNvPicPr preferRelativeResize="0"/>
          <p:nvPr/>
        </p:nvPicPr>
        <p:blipFill>
          <a:blip r:embed="rId3">
            <a:alphaModFix/>
          </a:blip>
          <a:stretch>
            <a:fillRect/>
          </a:stretch>
        </p:blipFill>
        <p:spPr>
          <a:xfrm>
            <a:off x="411475" y="1216475"/>
            <a:ext cx="8532726" cy="380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3"/>
          <p:cNvSpPr/>
          <p:nvPr/>
        </p:nvSpPr>
        <p:spPr>
          <a:xfrm>
            <a:off x="284700" y="310375"/>
            <a:ext cx="7569300" cy="48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2400"/>
              <a:buFont typeface="Arial"/>
              <a:buNone/>
            </a:pPr>
            <a:r>
              <a:rPr b="1" i="0" lang="en" sz="2400" u="none" cap="none" strike="noStrike">
                <a:solidFill>
                  <a:srgbClr val="3C78D8"/>
                </a:solidFill>
                <a:latin typeface="Arial"/>
                <a:ea typeface="Arial"/>
                <a:cs typeface="Arial"/>
                <a:sym typeface="Arial"/>
              </a:rPr>
              <a:t>Correlation Rule Firing End-to-End</a:t>
            </a:r>
            <a:endParaRPr b="0" i="0" sz="2400" u="none" cap="none" strike="noStrike">
              <a:solidFill>
                <a:srgbClr val="3C78D8"/>
              </a:solidFill>
              <a:latin typeface="Calibri"/>
              <a:ea typeface="Calibri"/>
              <a:cs typeface="Calibri"/>
              <a:sym typeface="Calibri"/>
            </a:endParaRPr>
          </a:p>
        </p:txBody>
      </p:sp>
      <p:sp>
        <p:nvSpPr>
          <p:cNvPr id="669" name="Google Shape;669;p73"/>
          <p:cNvSpPr/>
          <p:nvPr/>
        </p:nvSpPr>
        <p:spPr>
          <a:xfrm>
            <a:off x="284700" y="756147"/>
            <a:ext cx="75693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6B6B"/>
              </a:buClr>
              <a:buSzPts val="1200"/>
              <a:buFont typeface="Arial"/>
              <a:buNone/>
            </a:pPr>
            <a:r>
              <a:rPr b="0" i="1" lang="en" sz="1200" u="none" cap="none" strike="noStrike">
                <a:solidFill>
                  <a:schemeClr val="lt1"/>
                </a:solidFill>
                <a:latin typeface="Arial"/>
                <a:ea typeface="Arial"/>
                <a:cs typeface="Arial"/>
                <a:sym typeface="Arial"/>
              </a:rPr>
              <a:t>Rule 100200 — 5+ failed logins in 5 minutes</a:t>
            </a:r>
            <a:endParaRPr b="0" i="0" sz="1200" u="none" cap="none" strike="noStrike">
              <a:solidFill>
                <a:schemeClr val="lt1"/>
              </a:solidFill>
              <a:latin typeface="Calibri"/>
              <a:ea typeface="Calibri"/>
              <a:cs typeface="Calibri"/>
              <a:sym typeface="Calibri"/>
            </a:endParaRPr>
          </a:p>
        </p:txBody>
      </p:sp>
      <p:sp>
        <p:nvSpPr>
          <p:cNvPr id="670" name="Google Shape;670;p73"/>
          <p:cNvSpPr/>
          <p:nvPr/>
        </p:nvSpPr>
        <p:spPr>
          <a:xfrm>
            <a:off x="284700" y="1201918"/>
            <a:ext cx="7569300" cy="1611600"/>
          </a:xfrm>
          <a:prstGeom prst="roundRect">
            <a:avLst>
              <a:gd fmla="val 3404" name="adj"/>
            </a:avLst>
          </a:prstGeom>
          <a:solidFill>
            <a:srgbClr val="F2F2F2"/>
          </a:solidFill>
          <a:ln cap="flat" cmpd="sng" w="1270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1" name="Google Shape;671;p73"/>
          <p:cNvSpPr/>
          <p:nvPr/>
        </p:nvSpPr>
        <p:spPr>
          <a:xfrm>
            <a:off x="472365" y="1304789"/>
            <a:ext cx="7193700" cy="14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3864"/>
              </a:buClr>
              <a:buSzPts val="1100"/>
              <a:buFont typeface="Consolas"/>
              <a:buNone/>
            </a:pPr>
            <a:r>
              <a:rPr b="0" i="0" lang="en" sz="1100" u="none" cap="none" strike="noStrike">
                <a:solidFill>
                  <a:srgbClr val="1F3864"/>
                </a:solidFill>
                <a:latin typeface="Consolas"/>
                <a:ea typeface="Consolas"/>
                <a:cs typeface="Consolas"/>
                <a:sym typeface="Consolas"/>
              </a:rPr>
              <a:t>"level":10, "id":"100200",</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3864"/>
              </a:buClr>
              <a:buSzPts val="1100"/>
              <a:buFont typeface="Consolas"/>
              <a:buNone/>
            </a:pPr>
            <a:r>
              <a:rPr b="0" i="0" lang="en" sz="1100" u="none" cap="none" strike="noStrike">
                <a:solidFill>
                  <a:srgbClr val="1F3864"/>
                </a:solidFill>
                <a:latin typeface="Consolas"/>
                <a:ea typeface="Consolas"/>
                <a:cs typeface="Consolas"/>
                <a:sym typeface="Consolas"/>
              </a:rPr>
              <a:t>"description":"Multiple authentication failures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3864"/>
              </a:buClr>
              <a:buSzPts val="1100"/>
              <a:buFont typeface="Consolas"/>
              <a:buNone/>
            </a:pPr>
            <a:r>
              <a:rPr b="0" i="0" lang="en" sz="1100" u="none" cap="none" strike="noStrike">
                <a:solidFill>
                  <a:srgbClr val="1F3864"/>
                </a:solidFill>
                <a:latin typeface="Consolas"/>
                <a:ea typeface="Consolas"/>
                <a:cs typeface="Consolas"/>
                <a:sym typeface="Consolas"/>
              </a:rPr>
              <a:t>  (possible brute force attack) - 5+ failed logins in 5 minutes",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3864"/>
              </a:buClr>
              <a:buSzPts val="1100"/>
              <a:buFont typeface="Consolas"/>
              <a:buNone/>
            </a:pPr>
            <a:r>
              <a:rPr b="0" i="0" lang="en" sz="1100" u="none" cap="none" strike="noStrike">
                <a:solidFill>
                  <a:srgbClr val="1F3864"/>
                </a:solidFill>
                <a:latin typeface="Consolas"/>
                <a:ea typeface="Consolas"/>
                <a:cs typeface="Consolas"/>
                <a:sym typeface="Consolas"/>
              </a:rPr>
              <a:t>"frequency":5, "firedtimes":1</a:t>
            </a:r>
            <a:endParaRPr b="0" i="0" sz="1100" u="none" cap="none" strike="noStrike">
              <a:solidFill>
                <a:schemeClr val="dk1"/>
              </a:solidFill>
              <a:latin typeface="Calibri"/>
              <a:ea typeface="Calibri"/>
              <a:cs typeface="Calibri"/>
              <a:sym typeface="Calibri"/>
            </a:endParaRPr>
          </a:p>
        </p:txBody>
      </p:sp>
      <p:sp>
        <p:nvSpPr>
          <p:cNvPr id="672" name="Google Shape;672;p73"/>
          <p:cNvSpPr/>
          <p:nvPr/>
        </p:nvSpPr>
        <p:spPr>
          <a:xfrm>
            <a:off x="284700" y="2916426"/>
            <a:ext cx="7569300" cy="1916700"/>
          </a:xfrm>
          <a:prstGeom prst="rect">
            <a:avLst/>
          </a:prstGeom>
          <a:noFill/>
          <a:ln>
            <a:noFill/>
          </a:ln>
        </p:spPr>
        <p:txBody>
          <a:bodyPr anchorCtr="0" anchor="t" bIns="34275" lIns="68575" spcFirstLastPara="1" rIns="68575" wrap="square" tIns="34275">
            <a:noAutofit/>
          </a:bodyPr>
          <a:lstStyle/>
          <a:p>
            <a:pPr indent="-298450" lvl="0" marL="457200" rtl="0" algn="l">
              <a:spcBef>
                <a:spcPts val="900"/>
              </a:spcBef>
              <a:spcAft>
                <a:spcPts val="0"/>
              </a:spcAft>
              <a:buClr>
                <a:schemeClr val="lt1"/>
              </a:buClr>
              <a:buSzPts val="1100"/>
              <a:buChar char="•"/>
            </a:pPr>
            <a:r>
              <a:rPr lang="en" sz="1100">
                <a:solidFill>
                  <a:schemeClr val="lt1"/>
                </a:solidFill>
              </a:rPr>
              <a:t>A user attempts to log in and fails.</a:t>
            </a:r>
            <a:endParaRPr sz="1100">
              <a:solidFill>
                <a:schemeClr val="lt1"/>
              </a:solidFill>
            </a:endParaRPr>
          </a:p>
          <a:p>
            <a:pPr indent="-298450" lvl="0" marL="457200" rtl="0" algn="l">
              <a:spcBef>
                <a:spcPts val="900"/>
              </a:spcBef>
              <a:spcAft>
                <a:spcPts val="0"/>
              </a:spcAft>
              <a:buClr>
                <a:schemeClr val="lt1"/>
              </a:buClr>
              <a:buSzPts val="1100"/>
              <a:buChar char="•"/>
            </a:pPr>
            <a:r>
              <a:rPr lang="en" sz="1100">
                <a:solidFill>
                  <a:schemeClr val="lt1"/>
                </a:solidFill>
              </a:rPr>
              <a:t>Wazuh records each failed login event.</a:t>
            </a:r>
            <a:endParaRPr sz="1100">
              <a:solidFill>
                <a:schemeClr val="lt1"/>
              </a:solidFill>
            </a:endParaRPr>
          </a:p>
          <a:p>
            <a:pPr indent="-298450" lvl="0" marL="457200" rtl="0" algn="l">
              <a:spcBef>
                <a:spcPts val="900"/>
              </a:spcBef>
              <a:spcAft>
                <a:spcPts val="0"/>
              </a:spcAft>
              <a:buClr>
                <a:schemeClr val="lt1"/>
              </a:buClr>
              <a:buSzPts val="1100"/>
              <a:buChar char="•"/>
            </a:pPr>
            <a:r>
              <a:rPr lang="en" sz="1100">
                <a:solidFill>
                  <a:schemeClr val="lt1"/>
                </a:solidFill>
              </a:rPr>
              <a:t>The correlation rule counts the failed attempts.</a:t>
            </a:r>
            <a:endParaRPr sz="1100">
              <a:solidFill>
                <a:schemeClr val="lt1"/>
              </a:solidFill>
            </a:endParaRPr>
          </a:p>
          <a:p>
            <a:pPr indent="-298450" lvl="0" marL="457200" rtl="0" algn="l">
              <a:spcBef>
                <a:spcPts val="900"/>
              </a:spcBef>
              <a:spcAft>
                <a:spcPts val="0"/>
              </a:spcAft>
              <a:buClr>
                <a:schemeClr val="lt1"/>
              </a:buClr>
              <a:buSzPts val="1100"/>
              <a:buChar char="•"/>
            </a:pPr>
            <a:r>
              <a:rPr lang="en" sz="1100">
                <a:solidFill>
                  <a:schemeClr val="lt1"/>
                </a:solidFill>
              </a:rPr>
              <a:t>When the count reaches </a:t>
            </a:r>
            <a:r>
              <a:rPr b="1" lang="en" sz="1100">
                <a:solidFill>
                  <a:schemeClr val="lt1"/>
                </a:solidFill>
              </a:rPr>
              <a:t>5 within 5 minutes</a:t>
            </a:r>
            <a:r>
              <a:rPr lang="en" sz="1100">
                <a:solidFill>
                  <a:schemeClr val="lt1"/>
                </a:solidFill>
              </a:rPr>
              <a:t>, Rule </a:t>
            </a:r>
            <a:r>
              <a:rPr b="1" lang="en" sz="1100">
                <a:solidFill>
                  <a:schemeClr val="lt1"/>
                </a:solidFill>
              </a:rPr>
              <a:t>100200</a:t>
            </a:r>
            <a:r>
              <a:rPr lang="en" sz="1100">
                <a:solidFill>
                  <a:schemeClr val="lt1"/>
                </a:solidFill>
              </a:rPr>
              <a:t> is triggered.</a:t>
            </a:r>
            <a:endParaRPr sz="1100">
              <a:solidFill>
                <a:schemeClr val="lt1"/>
              </a:solidFill>
            </a:endParaRPr>
          </a:p>
          <a:p>
            <a:pPr indent="-298450" lvl="0" marL="457200" rtl="0" algn="l">
              <a:spcBef>
                <a:spcPts val="900"/>
              </a:spcBef>
              <a:spcAft>
                <a:spcPts val="0"/>
              </a:spcAft>
              <a:buClr>
                <a:schemeClr val="lt1"/>
              </a:buClr>
              <a:buSzPts val="1100"/>
              <a:buChar char="•"/>
            </a:pPr>
            <a:r>
              <a:rPr lang="en" sz="1100">
                <a:solidFill>
                  <a:schemeClr val="lt1"/>
                </a:solidFill>
              </a:rPr>
              <a:t>Wazuh generates a </a:t>
            </a:r>
            <a:r>
              <a:rPr b="1" lang="en" sz="1100">
                <a:solidFill>
                  <a:schemeClr val="lt1"/>
                </a:solidFill>
              </a:rPr>
              <a:t>Level 10 High Severity</a:t>
            </a:r>
            <a:r>
              <a:rPr lang="en" sz="1100">
                <a:solidFill>
                  <a:schemeClr val="lt1"/>
                </a:solidFill>
              </a:rPr>
              <a:t> alert.</a:t>
            </a:r>
            <a:endParaRPr sz="1100">
              <a:solidFill>
                <a:schemeClr val="lt1"/>
              </a:solidFill>
            </a:endParaRPr>
          </a:p>
          <a:p>
            <a:pPr indent="-298450" lvl="0" marL="457200" rtl="0" algn="l">
              <a:spcBef>
                <a:spcPts val="900"/>
              </a:spcBef>
              <a:spcAft>
                <a:spcPts val="0"/>
              </a:spcAft>
              <a:buClr>
                <a:schemeClr val="lt1"/>
              </a:buClr>
              <a:buSzPts val="1100"/>
              <a:buChar char="•"/>
            </a:pPr>
            <a:r>
              <a:rPr lang="en" sz="1100">
                <a:solidFill>
                  <a:schemeClr val="lt1"/>
                </a:solidFill>
              </a:rPr>
              <a:t>The SOC analyst can investigate whether the activity is a legitimate user making mistakes or an attacker attempting a brute-force attack.</a:t>
            </a:r>
            <a:endParaRPr sz="1100">
              <a:solidFill>
                <a:schemeClr val="lt1"/>
              </a:solidFill>
            </a:endParaRPr>
          </a:p>
          <a:p>
            <a:pPr indent="-260350" lvl="0" marL="254000" marR="0" rtl="0" algn="l">
              <a:spcBef>
                <a:spcPts val="900"/>
              </a:spcBef>
              <a:spcAft>
                <a:spcPts val="0"/>
              </a:spcAft>
              <a:buClr>
                <a:schemeClr val="lt1"/>
              </a:buClr>
              <a:buSzPts val="1100"/>
              <a:buChar char="•"/>
            </a:pPr>
            <a:r>
              <a:t/>
            </a:r>
            <a:endParaRPr sz="11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4"/>
          <p:cNvSpPr txBox="1"/>
          <p:nvPr>
            <p:ph idx="1" type="subTitle"/>
          </p:nvPr>
        </p:nvSpPr>
        <p:spPr>
          <a:xfrm>
            <a:off x="553525" y="1578393"/>
            <a:ext cx="18168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100">
                <a:solidFill>
                  <a:srgbClr val="3C78D8"/>
                </a:solidFill>
              </a:rPr>
              <a:t>Challenges</a:t>
            </a:r>
            <a:endParaRPr sz="2600">
              <a:solidFill>
                <a:srgbClr val="3C78D8"/>
              </a:solidFill>
            </a:endParaRPr>
          </a:p>
        </p:txBody>
      </p:sp>
      <p:sp>
        <p:nvSpPr>
          <p:cNvPr id="678" name="Google Shape;678;p74"/>
          <p:cNvSpPr txBox="1"/>
          <p:nvPr>
            <p:ph idx="2" type="subTitle"/>
          </p:nvPr>
        </p:nvSpPr>
        <p:spPr>
          <a:xfrm>
            <a:off x="553525" y="1993980"/>
            <a:ext cx="3520500" cy="1808700"/>
          </a:xfrm>
          <a:prstGeom prst="rect">
            <a:avLst/>
          </a:prstGeom>
        </p:spPr>
        <p:txBody>
          <a:bodyPr anchorCtr="0" anchor="t" bIns="91425" lIns="0" spcFirstLastPara="1" rIns="91425" wrap="square" tIns="91425">
            <a:spAutoFit/>
          </a:bodyPr>
          <a:lstStyle/>
          <a:p>
            <a:pPr indent="-254000" lvl="0" marL="254000" rtl="0" algn="l">
              <a:spcBef>
                <a:spcPts val="0"/>
              </a:spcBef>
              <a:spcAft>
                <a:spcPts val="0"/>
              </a:spcAft>
              <a:buClr>
                <a:schemeClr val="lt1"/>
              </a:buClr>
              <a:buSzPts val="1400"/>
              <a:buFont typeface="Arial"/>
              <a:buChar char="•"/>
            </a:pPr>
            <a:r>
              <a:rPr lang="en" sz="1400">
                <a:latin typeface="Arial"/>
                <a:ea typeface="Arial"/>
                <a:cs typeface="Arial"/>
                <a:sym typeface="Arial"/>
              </a:rPr>
              <a:t>My machine had limited resources running multiple virtual machines simulating. Which was causing noticeable shutdowns.</a:t>
            </a:r>
            <a:endParaRPr sz="1400">
              <a:latin typeface="Calibri"/>
              <a:ea typeface="Calibri"/>
              <a:cs typeface="Calibri"/>
              <a:sym typeface="Calibri"/>
            </a:endParaRPr>
          </a:p>
          <a:p>
            <a:pPr indent="-254000" lvl="0" marL="254000" rtl="0" algn="l">
              <a:spcBef>
                <a:spcPts val="900"/>
              </a:spcBef>
              <a:spcAft>
                <a:spcPts val="0"/>
              </a:spcAft>
              <a:buClr>
                <a:schemeClr val="lt1"/>
              </a:buClr>
              <a:buSzPts val="1400"/>
              <a:buFont typeface="Arial"/>
              <a:buChar char="•"/>
            </a:pPr>
            <a:r>
              <a:rPr lang="en" sz="1400">
                <a:latin typeface="Arial"/>
                <a:ea typeface="Arial"/>
                <a:cs typeface="Arial"/>
                <a:sym typeface="Arial"/>
              </a:rPr>
              <a:t>Custom rules were not triggering because the decoder was not passing the fields correctly</a:t>
            </a:r>
            <a:endParaRPr/>
          </a:p>
        </p:txBody>
      </p:sp>
      <p:sp>
        <p:nvSpPr>
          <p:cNvPr id="679" name="Google Shape;679;p74"/>
          <p:cNvSpPr/>
          <p:nvPr/>
        </p:nvSpPr>
        <p:spPr>
          <a:xfrm rot="10800000">
            <a:off x="284698" y="220801"/>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680" name="Google Shape;680;p74"/>
          <p:cNvSpPr/>
          <p:nvPr/>
        </p:nvSpPr>
        <p:spPr>
          <a:xfrm rot="-5400000">
            <a:off x="284699" y="729297"/>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681" name="Google Shape;681;p74"/>
          <p:cNvSpPr/>
          <p:nvPr/>
        </p:nvSpPr>
        <p:spPr>
          <a:xfrm>
            <a:off x="791999" y="729301"/>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682" name="Google Shape;682;p74"/>
          <p:cNvSpPr/>
          <p:nvPr/>
        </p:nvSpPr>
        <p:spPr>
          <a:xfrm rot="-5400000">
            <a:off x="1069023" y="-287099"/>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683" name="Google Shape;683;p74"/>
          <p:cNvSpPr/>
          <p:nvPr/>
        </p:nvSpPr>
        <p:spPr>
          <a:xfrm rot="-5400000">
            <a:off x="1069024" y="221397"/>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684" name="Google Shape;684;p74"/>
          <p:cNvSpPr/>
          <p:nvPr/>
        </p:nvSpPr>
        <p:spPr>
          <a:xfrm>
            <a:off x="1069024" y="-287099"/>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685" name="Google Shape;685;p74"/>
          <p:cNvSpPr/>
          <p:nvPr/>
        </p:nvSpPr>
        <p:spPr>
          <a:xfrm>
            <a:off x="7745573" y="196901"/>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686" name="Google Shape;686;p74"/>
          <p:cNvSpPr/>
          <p:nvPr/>
        </p:nvSpPr>
        <p:spPr>
          <a:xfrm rot="-5400000">
            <a:off x="7744374" y="196897"/>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687" name="Google Shape;687;p74"/>
          <p:cNvSpPr/>
          <p:nvPr/>
        </p:nvSpPr>
        <p:spPr>
          <a:xfrm>
            <a:off x="8254074" y="196901"/>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cxnSp>
        <p:nvCxnSpPr>
          <p:cNvPr id="688" name="Google Shape;688;p74"/>
          <p:cNvCxnSpPr/>
          <p:nvPr/>
        </p:nvCxnSpPr>
        <p:spPr>
          <a:xfrm rot="10800000">
            <a:off x="4527413" y="1378600"/>
            <a:ext cx="0" cy="2964300"/>
          </a:xfrm>
          <a:prstGeom prst="straightConnector1">
            <a:avLst/>
          </a:prstGeom>
          <a:noFill/>
          <a:ln cap="flat" cmpd="sng" w="9525">
            <a:solidFill>
              <a:schemeClr val="lt2"/>
            </a:solidFill>
            <a:prstDash val="solid"/>
            <a:round/>
            <a:headEnd len="med" w="med" type="none"/>
            <a:tailEnd len="med" w="med" type="none"/>
          </a:ln>
        </p:spPr>
      </p:cxnSp>
      <p:sp>
        <p:nvSpPr>
          <p:cNvPr id="689" name="Google Shape;689;p74"/>
          <p:cNvSpPr txBox="1"/>
          <p:nvPr>
            <p:ph idx="1" type="subTitle"/>
          </p:nvPr>
        </p:nvSpPr>
        <p:spPr>
          <a:xfrm>
            <a:off x="4980871" y="1660666"/>
            <a:ext cx="18168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2100">
                <a:solidFill>
                  <a:srgbClr val="3C78D8"/>
                </a:solidFill>
              </a:rPr>
              <a:t>Solutions</a:t>
            </a:r>
            <a:endParaRPr sz="2600">
              <a:solidFill>
                <a:srgbClr val="3C78D8"/>
              </a:solidFill>
            </a:endParaRPr>
          </a:p>
        </p:txBody>
      </p:sp>
      <p:sp>
        <p:nvSpPr>
          <p:cNvPr id="690" name="Google Shape;690;p74"/>
          <p:cNvSpPr txBox="1"/>
          <p:nvPr>
            <p:ph idx="2" type="subTitle"/>
          </p:nvPr>
        </p:nvSpPr>
        <p:spPr>
          <a:xfrm>
            <a:off x="4980871" y="2076263"/>
            <a:ext cx="3609600" cy="1377600"/>
          </a:xfrm>
          <a:prstGeom prst="rect">
            <a:avLst/>
          </a:prstGeom>
        </p:spPr>
        <p:txBody>
          <a:bodyPr anchorCtr="0" anchor="t" bIns="91425" lIns="0" spcFirstLastPara="1" rIns="91425" wrap="square" tIns="91425">
            <a:spAutoFit/>
          </a:bodyPr>
          <a:lstStyle/>
          <a:p>
            <a:pPr indent="-317500" lvl="0" marL="457200" rtl="0" algn="l">
              <a:spcBef>
                <a:spcPts val="0"/>
              </a:spcBef>
              <a:spcAft>
                <a:spcPts val="0"/>
              </a:spcAft>
              <a:buClr>
                <a:schemeClr val="lt1"/>
              </a:buClr>
              <a:buSzPts val="1400"/>
              <a:buFont typeface="Arial"/>
              <a:buChar char="•"/>
            </a:pPr>
            <a:r>
              <a:rPr lang="en" sz="1400">
                <a:latin typeface="Arial"/>
                <a:ea typeface="Arial"/>
                <a:cs typeface="Arial"/>
                <a:sym typeface="Arial"/>
              </a:rPr>
              <a:t>Allocated 4GB ram to Wazuh Server, 2G to Windows Endpoint, 2G to Linux Endpoint</a:t>
            </a:r>
            <a:endParaRPr sz="1400">
              <a:latin typeface="Arial"/>
              <a:ea typeface="Arial"/>
              <a:cs typeface="Arial"/>
              <a:sym typeface="Arial"/>
            </a:endParaRPr>
          </a:p>
          <a:p>
            <a:pPr indent="-317500" lvl="0" marL="457200" rtl="0" algn="l">
              <a:spcBef>
                <a:spcPts val="900"/>
              </a:spcBef>
              <a:spcAft>
                <a:spcPts val="0"/>
              </a:spcAft>
              <a:buClr>
                <a:schemeClr val="lt1"/>
              </a:buClr>
              <a:buSzPts val="1400"/>
              <a:buFont typeface="Arial"/>
              <a:buChar char="•"/>
            </a:pPr>
            <a:r>
              <a:rPr lang="en" sz="1400">
                <a:latin typeface="Arial"/>
                <a:ea typeface="Arial"/>
                <a:cs typeface="Arial"/>
                <a:sym typeface="Arial"/>
              </a:rPr>
              <a:t>Corrected the decoder and created rule 100100 and 100101</a:t>
            </a:r>
            <a:endParaRPr sz="14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5"/>
          <p:cNvSpPr txBox="1"/>
          <p:nvPr>
            <p:ph type="title"/>
          </p:nvPr>
        </p:nvSpPr>
        <p:spPr>
          <a:xfrm>
            <a:off x="2679725" y="991813"/>
            <a:ext cx="5888400" cy="497700"/>
          </a:xfrm>
          <a:prstGeom prst="rect">
            <a:avLst/>
          </a:prstGeom>
        </p:spPr>
        <p:txBody>
          <a:bodyPr anchorCtr="0" anchor="b" bIns="0" lIns="0" spcFirstLastPara="1" rIns="91425" wrap="square" tIns="91425">
            <a:normAutofit fontScale="90000"/>
          </a:bodyPr>
          <a:lstStyle/>
          <a:p>
            <a:pPr indent="0" lvl="0" marL="0" rtl="0" algn="l">
              <a:spcBef>
                <a:spcPts val="0"/>
              </a:spcBef>
              <a:spcAft>
                <a:spcPts val="0"/>
              </a:spcAft>
              <a:buNone/>
            </a:pPr>
            <a:r>
              <a:rPr lang="en" sz="3122">
                <a:solidFill>
                  <a:srgbClr val="3C78D8"/>
                </a:solidFill>
              </a:rPr>
              <a:t>Recommendations / Next Steps</a:t>
            </a:r>
            <a:endParaRPr sz="3122">
              <a:solidFill>
                <a:srgbClr val="3C78D8"/>
              </a:solidFill>
            </a:endParaRPr>
          </a:p>
        </p:txBody>
      </p:sp>
      <p:sp>
        <p:nvSpPr>
          <p:cNvPr id="696" name="Google Shape;696;p75"/>
          <p:cNvSpPr/>
          <p:nvPr/>
        </p:nvSpPr>
        <p:spPr>
          <a:xfrm>
            <a:off x="2679725" y="1548279"/>
            <a:ext cx="60765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6B6B"/>
              </a:buClr>
              <a:buSzPts val="1200"/>
              <a:buFont typeface="Arial"/>
              <a:buNone/>
            </a:pPr>
            <a:r>
              <a:rPr b="0" i="1" lang="en" sz="1200" u="none" cap="none" strike="noStrike">
                <a:solidFill>
                  <a:srgbClr val="EFEFEF"/>
                </a:solidFill>
                <a:latin typeface="Arial"/>
                <a:ea typeface="Arial"/>
                <a:cs typeface="Arial"/>
                <a:sym typeface="Arial"/>
              </a:rPr>
              <a:t>What I'd build next with another week</a:t>
            </a:r>
            <a:endParaRPr b="0" i="0" sz="1200" u="none" cap="none" strike="noStrike">
              <a:solidFill>
                <a:srgbClr val="EFEFEF"/>
              </a:solidFill>
              <a:latin typeface="Calibri"/>
              <a:ea typeface="Calibri"/>
              <a:cs typeface="Calibri"/>
              <a:sym typeface="Calibri"/>
            </a:endParaRPr>
          </a:p>
        </p:txBody>
      </p:sp>
      <p:sp>
        <p:nvSpPr>
          <p:cNvPr id="697" name="Google Shape;697;p75"/>
          <p:cNvSpPr/>
          <p:nvPr/>
        </p:nvSpPr>
        <p:spPr>
          <a:xfrm>
            <a:off x="2782800" y="1762958"/>
            <a:ext cx="6076500" cy="2165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1300" u="none" cap="none" strike="noStrike">
              <a:solidFill>
                <a:schemeClr val="lt1"/>
              </a:solidFill>
              <a:latin typeface="Calibri"/>
              <a:ea typeface="Calibri"/>
              <a:cs typeface="Calibri"/>
              <a:sym typeface="Calibri"/>
            </a:endParaRPr>
          </a:p>
          <a:p>
            <a:pPr indent="-260350" lvl="0" marL="254000" marR="0" rtl="0" algn="l">
              <a:spcBef>
                <a:spcPts val="900"/>
              </a:spcBef>
              <a:spcAft>
                <a:spcPts val="0"/>
              </a:spcAft>
              <a:buClr>
                <a:schemeClr val="lt1"/>
              </a:buClr>
              <a:buSzPts val="1300"/>
              <a:buFont typeface="Arial"/>
              <a:buChar char="•"/>
            </a:pPr>
            <a:r>
              <a:rPr b="0" i="0" lang="en" sz="1300" u="none" cap="none" strike="noStrike">
                <a:solidFill>
                  <a:schemeClr val="lt1"/>
                </a:solidFill>
                <a:latin typeface="Arial"/>
                <a:ea typeface="Arial"/>
                <a:cs typeface="Arial"/>
                <a:sym typeface="Arial"/>
              </a:rPr>
              <a:t>Add genuine DNS query logging to close a real visibility gap</a:t>
            </a:r>
            <a:endParaRPr b="0" i="0" sz="1300" u="none" cap="none" strike="noStrike">
              <a:solidFill>
                <a:schemeClr val="lt1"/>
              </a:solidFill>
              <a:latin typeface="Calibri"/>
              <a:ea typeface="Calibri"/>
              <a:cs typeface="Calibri"/>
              <a:sym typeface="Calibri"/>
            </a:endParaRPr>
          </a:p>
          <a:p>
            <a:pPr indent="-260350" lvl="0" marL="254000" marR="0" rtl="0" algn="l">
              <a:spcBef>
                <a:spcPts val="900"/>
              </a:spcBef>
              <a:spcAft>
                <a:spcPts val="0"/>
              </a:spcAft>
              <a:buClr>
                <a:schemeClr val="lt1"/>
              </a:buClr>
              <a:buSzPts val="1300"/>
              <a:buFont typeface="Arial"/>
              <a:buChar char="•"/>
            </a:pPr>
            <a:r>
              <a:rPr b="0" i="0" lang="en" sz="1300" u="none" cap="none" strike="noStrike">
                <a:solidFill>
                  <a:schemeClr val="lt1"/>
                </a:solidFill>
                <a:latin typeface="Arial"/>
                <a:ea typeface="Arial"/>
                <a:cs typeface="Arial"/>
                <a:sym typeface="Arial"/>
              </a:rPr>
              <a:t>Broaden the brute-force rule to catch credential-spraying across multiple account</a:t>
            </a:r>
            <a:r>
              <a:rPr b="0" i="0" lang="en" sz="1300" u="none" cap="none" strike="noStrike">
                <a:solidFill>
                  <a:schemeClr val="lt1"/>
                </a:solidFill>
                <a:latin typeface="Arial"/>
                <a:ea typeface="Arial"/>
                <a:cs typeface="Arial"/>
                <a:sym typeface="Arial"/>
              </a:rPr>
              <a:t>s</a:t>
            </a:r>
            <a:endParaRPr b="0" i="0" sz="1300" u="none" cap="none" strike="noStrike">
              <a:solidFill>
                <a:schemeClr val="lt1"/>
              </a:solidFill>
              <a:latin typeface="Calibri"/>
              <a:ea typeface="Calibri"/>
              <a:cs typeface="Calibri"/>
              <a:sym typeface="Calibri"/>
            </a:endParaRPr>
          </a:p>
          <a:p>
            <a:pPr indent="0" lvl="0" marL="0" marR="0" rtl="0" algn="l">
              <a:spcBef>
                <a:spcPts val="900"/>
              </a:spcBef>
              <a:spcAft>
                <a:spcPts val="0"/>
              </a:spcAft>
              <a:buNone/>
            </a:pPr>
            <a:r>
              <a:t/>
            </a:r>
            <a:endParaRPr b="0" i="0" sz="13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6"/>
          <p:cNvSpPr txBox="1"/>
          <p:nvPr>
            <p:ph type="title"/>
          </p:nvPr>
        </p:nvSpPr>
        <p:spPr>
          <a:xfrm>
            <a:off x="377925" y="1096954"/>
            <a:ext cx="8575800" cy="27576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Thank you</a:t>
            </a:r>
            <a:endParaRPr/>
          </a:p>
        </p:txBody>
      </p:sp>
      <p:sp>
        <p:nvSpPr>
          <p:cNvPr id="703" name="Google Shape;703;p76"/>
          <p:cNvSpPr txBox="1"/>
          <p:nvPr/>
        </p:nvSpPr>
        <p:spPr>
          <a:xfrm>
            <a:off x="4124700" y="2790900"/>
            <a:ext cx="894600" cy="3540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1100">
                <a:solidFill>
                  <a:schemeClr val="lt1"/>
                </a:solidFill>
                <a:latin typeface="Urbanist"/>
                <a:ea typeface="Urbanist"/>
                <a:cs typeface="Urbanist"/>
                <a:sym typeface="Urbanist"/>
              </a:rPr>
              <a:t>Questions?</a:t>
            </a:r>
            <a:endParaRPr sz="1100">
              <a:solidFill>
                <a:schemeClr val="lt1"/>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 Project timeline/workflow presentation [Style 1] ">
  <a:themeElements>
    <a:clrScheme name="Google Colours">
      <a:dk1>
        <a:srgbClr val="292D3E"/>
      </a:dk1>
      <a:lt1>
        <a:srgbClr val="FFFFFF"/>
      </a:lt1>
      <a:dk2>
        <a:srgbClr val="F1F2DF"/>
      </a:dk2>
      <a:lt2>
        <a:srgbClr val="666666"/>
      </a:lt2>
      <a:accent1>
        <a:srgbClr val="6D31FD"/>
      </a:accent1>
      <a:accent2>
        <a:srgbClr val="066B6B"/>
      </a:accent2>
      <a:accent3>
        <a:srgbClr val="FFDF5F"/>
      </a:accent3>
      <a:accent4>
        <a:srgbClr val="8289FF"/>
      </a:accent4>
      <a:accent5>
        <a:srgbClr val="FF8127"/>
      </a:accent5>
      <a:accent6>
        <a:srgbClr val="CAF38D"/>
      </a:accent6>
      <a:hlink>
        <a:srgbClr val="8289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